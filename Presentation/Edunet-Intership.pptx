
<file path=[Content_Types].xml><?xml version="1.0" encoding="utf-8"?>
<Types xmlns="http://schemas.openxmlformats.org/package/2006/content-types">
  <Default Extension="bmp" ContentType="image/bmp"/>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68" r:id="rId4"/>
  </p:sldMasterIdLst>
  <p:notesMasterIdLst>
    <p:notesMasterId r:id="rId15"/>
  </p:notesMasterIdLst>
  <p:handoutMasterIdLst>
    <p:handoutMasterId r:id="rId16"/>
  </p:handoutMasterIdLst>
  <p:sldIdLst>
    <p:sldId id="258" r:id="rId5"/>
    <p:sldId id="256" r:id="rId6"/>
    <p:sldId id="259" r:id="rId7"/>
    <p:sldId id="263" r:id="rId8"/>
    <p:sldId id="264" r:id="rId9"/>
    <p:sldId id="265" r:id="rId10"/>
    <p:sldId id="266" r:id="rId11"/>
    <p:sldId id="267" r:id="rId12"/>
    <p:sldId id="268" r:id="rId13"/>
    <p:sldId id="260"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85CB29-AAC4-4D5A-866B-D662268E038D}" v="23" dt="2026-07-07T04:35:17.54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9559" autoAdjust="0"/>
    <p:restoredTop sz="94605" autoAdjust="0"/>
  </p:normalViewPr>
  <p:slideViewPr>
    <p:cSldViewPr snapToGrid="0">
      <p:cViewPr varScale="1">
        <p:scale>
          <a:sx n="75" d="100"/>
          <a:sy n="75" d="100"/>
        </p:scale>
        <p:origin x="1478" y="43"/>
      </p:cViewPr>
      <p:guideLst/>
    </p:cSldViewPr>
  </p:slideViewPr>
  <p:notesTextViewPr>
    <p:cViewPr>
      <p:scale>
        <a:sx n="1" d="1"/>
        <a:sy n="1" d="1"/>
      </p:scale>
      <p:origin x="0" y="0"/>
    </p:cViewPr>
  </p:notesTextViewPr>
  <p:notesViewPr>
    <p:cSldViewPr snapToGrid="0">
      <p:cViewPr varScale="1">
        <p:scale>
          <a:sx n="68" d="100"/>
          <a:sy n="68" d="100"/>
        </p:scale>
        <p:origin x="3288"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uldeepkumar Parmar" userId="84a274a1f12586a4" providerId="LiveId" clId="{F2BBAEE1-CDCB-4167-BD16-E8C6F9C7CDFB}"/>
    <pc:docChg chg="undo custSel modSld">
      <pc:chgData name="Kuldeepkumar Parmar" userId="84a274a1f12586a4" providerId="LiveId" clId="{F2BBAEE1-CDCB-4167-BD16-E8C6F9C7CDFB}" dt="2026-07-07T12:36:40.411" v="251" actId="20577"/>
      <pc:docMkLst>
        <pc:docMk/>
      </pc:docMkLst>
      <pc:sldChg chg="modSp mod">
        <pc:chgData name="Kuldeepkumar Parmar" userId="84a274a1f12586a4" providerId="LiveId" clId="{F2BBAEE1-CDCB-4167-BD16-E8C6F9C7CDFB}" dt="2026-07-07T04:18:55.105" v="189" actId="20577"/>
        <pc:sldMkLst>
          <pc:docMk/>
          <pc:sldMk cId="2177466997" sldId="264"/>
        </pc:sldMkLst>
        <pc:spChg chg="mod">
          <ac:chgData name="Kuldeepkumar Parmar" userId="84a274a1f12586a4" providerId="LiveId" clId="{F2BBAEE1-CDCB-4167-BD16-E8C6F9C7CDFB}" dt="2026-07-07T04:17:20.626" v="100" actId="20577"/>
          <ac:spMkLst>
            <pc:docMk/>
            <pc:sldMk cId="2177466997" sldId="264"/>
            <ac:spMk id="3" creationId="{A5A334B1-4E39-E358-E457-4D4ABE1731CD}"/>
          </ac:spMkLst>
        </pc:spChg>
        <pc:spChg chg="mod">
          <ac:chgData name="Kuldeepkumar Parmar" userId="84a274a1f12586a4" providerId="LiveId" clId="{F2BBAEE1-CDCB-4167-BD16-E8C6F9C7CDFB}" dt="2026-07-07T04:18:55.105" v="189" actId="20577"/>
          <ac:spMkLst>
            <pc:docMk/>
            <pc:sldMk cId="2177466997" sldId="264"/>
            <ac:spMk id="4" creationId="{96E47974-9BA6-C809-AE57-20DBDFF0972B}"/>
          </ac:spMkLst>
        </pc:spChg>
      </pc:sldChg>
      <pc:sldChg chg="modSp mod">
        <pc:chgData name="Kuldeepkumar Parmar" userId="84a274a1f12586a4" providerId="LiveId" clId="{F2BBAEE1-CDCB-4167-BD16-E8C6F9C7CDFB}" dt="2026-07-07T04:27:35.266" v="228"/>
        <pc:sldMkLst>
          <pc:docMk/>
          <pc:sldMk cId="522212870" sldId="265"/>
        </pc:sldMkLst>
        <pc:spChg chg="mod">
          <ac:chgData name="Kuldeepkumar Parmar" userId="84a274a1f12586a4" providerId="LiveId" clId="{F2BBAEE1-CDCB-4167-BD16-E8C6F9C7CDFB}" dt="2026-07-07T04:27:35.266" v="228"/>
          <ac:spMkLst>
            <pc:docMk/>
            <pc:sldMk cId="522212870" sldId="265"/>
            <ac:spMk id="6" creationId="{CCF62C28-6EC6-08A6-1077-69E52283E003}"/>
          </ac:spMkLst>
        </pc:spChg>
      </pc:sldChg>
      <pc:sldChg chg="modSp mod">
        <pc:chgData name="Kuldeepkumar Parmar" userId="84a274a1f12586a4" providerId="LiveId" clId="{F2BBAEE1-CDCB-4167-BD16-E8C6F9C7CDFB}" dt="2026-07-07T12:36:40.411" v="251" actId="20577"/>
        <pc:sldMkLst>
          <pc:docMk/>
          <pc:sldMk cId="2679575458" sldId="266"/>
        </pc:sldMkLst>
        <pc:spChg chg="mod">
          <ac:chgData name="Kuldeepkumar Parmar" userId="84a274a1f12586a4" providerId="LiveId" clId="{F2BBAEE1-CDCB-4167-BD16-E8C6F9C7CDFB}" dt="2026-07-07T12:36:40.411" v="251" actId="20577"/>
          <ac:spMkLst>
            <pc:docMk/>
            <pc:sldMk cId="2679575458" sldId="266"/>
            <ac:spMk id="3" creationId="{B81F9FE5-38ED-02F2-BCF0-53ACD7BB516E}"/>
          </ac:spMkLst>
        </pc:spChg>
      </pc:sldChg>
      <pc:sldChg chg="modSp mod">
        <pc:chgData name="Kuldeepkumar Parmar" userId="84a274a1f12586a4" providerId="LiveId" clId="{F2BBAEE1-CDCB-4167-BD16-E8C6F9C7CDFB}" dt="2026-07-07T04:24:22.173" v="216" actId="20577"/>
        <pc:sldMkLst>
          <pc:docMk/>
          <pc:sldMk cId="650484772" sldId="267"/>
        </pc:sldMkLst>
        <pc:spChg chg="mod">
          <ac:chgData name="Kuldeepkumar Parmar" userId="84a274a1f12586a4" providerId="LiveId" clId="{F2BBAEE1-CDCB-4167-BD16-E8C6F9C7CDFB}" dt="2026-07-07T04:24:22.173" v="216" actId="20577"/>
          <ac:spMkLst>
            <pc:docMk/>
            <pc:sldMk cId="650484772" sldId="267"/>
            <ac:spMk id="2" creationId="{AACF4BE8-D5E6-A7A3-FA88-99D6E3E1460B}"/>
          </ac:spMkLst>
        </pc:spChg>
        <pc:spChg chg="mod">
          <ac:chgData name="Kuldeepkumar Parmar" userId="84a274a1f12586a4" providerId="LiveId" clId="{F2BBAEE1-CDCB-4167-BD16-E8C6F9C7CDFB}" dt="2026-07-07T04:23:18.215" v="206"/>
          <ac:spMkLst>
            <pc:docMk/>
            <pc:sldMk cId="650484772" sldId="267"/>
            <ac:spMk id="4" creationId="{ADB14787-4C62-D28E-7CB2-3FF30260D079}"/>
          </ac:spMkLst>
        </pc:spChg>
        <pc:spChg chg="mod">
          <ac:chgData name="Kuldeepkumar Parmar" userId="84a274a1f12586a4" providerId="LiveId" clId="{F2BBAEE1-CDCB-4167-BD16-E8C6F9C7CDFB}" dt="2026-07-07T04:24:07.296" v="214" actId="20577"/>
          <ac:spMkLst>
            <pc:docMk/>
            <pc:sldMk cId="650484772" sldId="267"/>
            <ac:spMk id="6" creationId="{E0200F2A-A815-5FB6-4DFF-DE2F4C5E4A41}"/>
          </ac:spMkLst>
        </pc:spChg>
      </pc:sldChg>
      <pc:sldChg chg="modSp mod">
        <pc:chgData name="Kuldeepkumar Parmar" userId="84a274a1f12586a4" providerId="LiveId" clId="{F2BBAEE1-CDCB-4167-BD16-E8C6F9C7CDFB}" dt="2026-07-07T04:25:37.640" v="223" actId="2711"/>
        <pc:sldMkLst>
          <pc:docMk/>
          <pc:sldMk cId="3192199719" sldId="268"/>
        </pc:sldMkLst>
        <pc:spChg chg="mod">
          <ac:chgData name="Kuldeepkumar Parmar" userId="84a274a1f12586a4" providerId="LiveId" clId="{F2BBAEE1-CDCB-4167-BD16-E8C6F9C7CDFB}" dt="2026-07-07T04:25:22.338" v="222" actId="2711"/>
          <ac:spMkLst>
            <pc:docMk/>
            <pc:sldMk cId="3192199719" sldId="268"/>
            <ac:spMk id="8" creationId="{EDDCF265-AF32-B34E-D779-D7BD0ABB2E0E}"/>
          </ac:spMkLst>
        </pc:spChg>
        <pc:spChg chg="mod">
          <ac:chgData name="Kuldeepkumar Parmar" userId="84a274a1f12586a4" providerId="LiveId" clId="{F2BBAEE1-CDCB-4167-BD16-E8C6F9C7CDFB}" dt="2026-07-07T04:25:37.640" v="223" actId="2711"/>
          <ac:spMkLst>
            <pc:docMk/>
            <pc:sldMk cId="3192199719" sldId="268"/>
            <ac:spMk id="11" creationId="{3692186A-3AD8-2C6F-BC11-FCE7B9FA8FEB}"/>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18/5/colors/Iconchunking_neutralbg_accent5_2">
  <dgm:title val=""/>
  <dgm:desc val=""/>
  <dgm:catLst>
    <dgm:cat type="accent5" pri="15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a:alpha val="0"/>
      </a:schemeClr>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7720856-93F0-4CC7-B7FD-2466914A11D4}" type="doc">
      <dgm:prSet loTypeId="urn:microsoft.com/office/officeart/2018/2/layout/IconVerticalSolidList" loCatId="icon" qsTypeId="urn:microsoft.com/office/officeart/2005/8/quickstyle/simple1" qsCatId="simple" csTypeId="urn:microsoft.com/office/officeart/2018/5/colors/Iconchunking_neutralbg_accent5_2" csCatId="accent5" phldr="1"/>
      <dgm:spPr/>
      <dgm:t>
        <a:bodyPr/>
        <a:lstStyle/>
        <a:p>
          <a:endParaRPr lang="en-IN"/>
        </a:p>
      </dgm:t>
    </dgm:pt>
    <dgm:pt modelId="{4AF52931-E4CA-4429-AACB-B8747CDB2409}">
      <dgm:prSet phldrT="[Text]"/>
      <dgm:spPr/>
      <dgm:t>
        <a:bodyPr/>
        <a:lstStyle/>
        <a:p>
          <a:pPr>
            <a:lnSpc>
              <a:spcPct val="100000"/>
            </a:lnSpc>
          </a:pPr>
          <a:r>
            <a:rPr lang="en-US" dirty="0"/>
            <a:t>Name: Parmar Kuldeepkumar    </a:t>
          </a:r>
        </a:p>
        <a:p>
          <a:pPr>
            <a:lnSpc>
              <a:spcPct val="100000"/>
            </a:lnSpc>
          </a:pPr>
          <a:r>
            <a:rPr lang="en-US" dirty="0"/>
            <a:t>             </a:t>
          </a:r>
          <a:r>
            <a:rPr lang="en-US" dirty="0" err="1"/>
            <a:t>Pravinbhai</a:t>
          </a:r>
          <a:endParaRPr lang="en-US" dirty="0"/>
        </a:p>
      </dgm:t>
    </dgm:pt>
    <dgm:pt modelId="{67B2FC97-2FAE-4EFE-9DEE-E4216C657F35}" type="parTrans" cxnId="{F82329C8-C3B2-4E9B-9033-528488D72705}">
      <dgm:prSet/>
      <dgm:spPr/>
      <dgm:t>
        <a:bodyPr/>
        <a:lstStyle/>
        <a:p>
          <a:endParaRPr lang="en-US" sz="1400"/>
        </a:p>
      </dgm:t>
    </dgm:pt>
    <dgm:pt modelId="{D86AF01C-9CBC-41F8-9354-48CD82BDFDC9}" type="sibTrans" cxnId="{F82329C8-C3B2-4E9B-9033-528488D72705}">
      <dgm:prSet/>
      <dgm:spPr/>
      <dgm:t>
        <a:bodyPr/>
        <a:lstStyle/>
        <a:p>
          <a:endParaRPr lang="en-US"/>
        </a:p>
      </dgm:t>
    </dgm:pt>
    <dgm:pt modelId="{81BEB84D-9A77-49C6-9301-B3359FCAC75F}">
      <dgm:prSet phldrT="[Text]"/>
      <dgm:spPr/>
      <dgm:t>
        <a:bodyPr/>
        <a:lstStyle/>
        <a:p>
          <a:pPr>
            <a:lnSpc>
              <a:spcPct val="100000"/>
            </a:lnSpc>
          </a:pPr>
          <a:r>
            <a:rPr lang="en-US" dirty="0"/>
            <a:t>Enrollment no: 230610107026</a:t>
          </a:r>
        </a:p>
      </dgm:t>
    </dgm:pt>
    <dgm:pt modelId="{AE4D0D43-0332-4F79-8D35-BCD8C10758AE}" type="parTrans" cxnId="{420EF6C4-7321-43BE-A2FC-253606B1E06A}">
      <dgm:prSet/>
      <dgm:spPr/>
      <dgm:t>
        <a:bodyPr/>
        <a:lstStyle/>
        <a:p>
          <a:endParaRPr lang="en-US" sz="1400"/>
        </a:p>
      </dgm:t>
    </dgm:pt>
    <dgm:pt modelId="{5D260F18-25D2-4074-87F1-7E78DDA61C58}" type="sibTrans" cxnId="{420EF6C4-7321-43BE-A2FC-253606B1E06A}">
      <dgm:prSet/>
      <dgm:spPr/>
      <dgm:t>
        <a:bodyPr/>
        <a:lstStyle/>
        <a:p>
          <a:endParaRPr lang="en-US"/>
        </a:p>
      </dgm:t>
    </dgm:pt>
    <dgm:pt modelId="{BFF9359E-E9B1-4B73-BACC-2C7988765B16}">
      <dgm:prSet phldrT="[Text]"/>
      <dgm:spPr/>
      <dgm:t>
        <a:bodyPr/>
        <a:lstStyle/>
        <a:p>
          <a:pPr>
            <a:lnSpc>
              <a:spcPct val="100000"/>
            </a:lnSpc>
          </a:pPr>
          <a:r>
            <a:rPr lang="en-US" dirty="0"/>
            <a:t>Stream: Computer Engineering</a:t>
          </a:r>
        </a:p>
      </dgm:t>
    </dgm:pt>
    <dgm:pt modelId="{6E0A40FA-1B79-4089-8B9A-3BA22865FE4E}" type="parTrans" cxnId="{516EC545-1971-48B3-978C-4756FCDCCFD9}">
      <dgm:prSet/>
      <dgm:spPr/>
      <dgm:t>
        <a:bodyPr/>
        <a:lstStyle/>
        <a:p>
          <a:endParaRPr lang="en-US" sz="1400"/>
        </a:p>
      </dgm:t>
    </dgm:pt>
    <dgm:pt modelId="{1CEF1965-C516-4C44-BAE3-2FA3F5116930}" type="sibTrans" cxnId="{516EC545-1971-48B3-978C-4756FCDCCFD9}">
      <dgm:prSet/>
      <dgm:spPr/>
      <dgm:t>
        <a:bodyPr/>
        <a:lstStyle/>
        <a:p>
          <a:endParaRPr lang="en-US"/>
        </a:p>
      </dgm:t>
    </dgm:pt>
    <dgm:pt modelId="{333BA55A-4FB9-4CDB-BE45-5B2839A9588A}" type="pres">
      <dgm:prSet presAssocID="{C7720856-93F0-4CC7-B7FD-2466914A11D4}" presName="root" presStyleCnt="0">
        <dgm:presLayoutVars>
          <dgm:dir/>
          <dgm:resizeHandles val="exact"/>
        </dgm:presLayoutVars>
      </dgm:prSet>
      <dgm:spPr/>
    </dgm:pt>
    <dgm:pt modelId="{4130BD56-E415-4C77-B902-1C7745EECC0A}" type="pres">
      <dgm:prSet presAssocID="{4AF52931-E4CA-4429-AACB-B8747CDB2409}" presName="compNode" presStyleCnt="0"/>
      <dgm:spPr/>
    </dgm:pt>
    <dgm:pt modelId="{9E0B2482-4830-4D46-8929-F9D2DADF178F}" type="pres">
      <dgm:prSet presAssocID="{4AF52931-E4CA-4429-AACB-B8747CDB2409}" presName="bgRect" presStyleLbl="bgShp" presStyleIdx="0" presStyleCnt="3" custLinFactNeighborX="-3115" custLinFactNeighborY="935"/>
      <dgm:spPr/>
    </dgm:pt>
    <dgm:pt modelId="{D1AB7B5A-7CB4-433B-BDAD-61D154FBB639}" type="pres">
      <dgm:prSet presAssocID="{4AF52931-E4CA-4429-AACB-B8747CDB2409}"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Seeds"/>
        </a:ext>
      </dgm:extLst>
    </dgm:pt>
    <dgm:pt modelId="{C4986089-54D6-48DE-88C9-751556F2884B}" type="pres">
      <dgm:prSet presAssocID="{4AF52931-E4CA-4429-AACB-B8747CDB2409}" presName="spaceRect" presStyleCnt="0"/>
      <dgm:spPr/>
    </dgm:pt>
    <dgm:pt modelId="{DC3FF7F7-2836-45AE-B06A-2E337C2233AC}" type="pres">
      <dgm:prSet presAssocID="{4AF52931-E4CA-4429-AACB-B8747CDB2409}" presName="parTx" presStyleLbl="revTx" presStyleIdx="0" presStyleCnt="3">
        <dgm:presLayoutVars>
          <dgm:chMax val="0"/>
          <dgm:chPref val="0"/>
        </dgm:presLayoutVars>
      </dgm:prSet>
      <dgm:spPr/>
    </dgm:pt>
    <dgm:pt modelId="{A37F1CBF-8F30-4D65-8129-8B458890C5FF}" type="pres">
      <dgm:prSet presAssocID="{D86AF01C-9CBC-41F8-9354-48CD82BDFDC9}" presName="sibTrans" presStyleCnt="0"/>
      <dgm:spPr/>
    </dgm:pt>
    <dgm:pt modelId="{FCE925AA-5329-46CB-93D2-5C01F58583CE}" type="pres">
      <dgm:prSet presAssocID="{81BEB84D-9A77-49C6-9301-B3359FCAC75F}" presName="compNode" presStyleCnt="0"/>
      <dgm:spPr/>
    </dgm:pt>
    <dgm:pt modelId="{3A0D703B-098B-4E59-8765-DFD90796F008}" type="pres">
      <dgm:prSet presAssocID="{81BEB84D-9A77-49C6-9301-B3359FCAC75F}" presName="bgRect" presStyleLbl="bgShp" presStyleIdx="1" presStyleCnt="3"/>
      <dgm:spPr/>
    </dgm:pt>
    <dgm:pt modelId="{F065CC5F-0D7E-438D-A290-6D28C1B3EDF2}" type="pres">
      <dgm:prSet presAssocID="{81BEB84D-9A77-49C6-9301-B3359FCAC75F}"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Plant"/>
        </a:ext>
      </dgm:extLst>
    </dgm:pt>
    <dgm:pt modelId="{FCFDB9D5-350E-4BFF-92DC-C71BD2A82972}" type="pres">
      <dgm:prSet presAssocID="{81BEB84D-9A77-49C6-9301-B3359FCAC75F}" presName="spaceRect" presStyleCnt="0"/>
      <dgm:spPr/>
    </dgm:pt>
    <dgm:pt modelId="{4CBA5ED1-114D-4BE5-A41A-79565ED13248}" type="pres">
      <dgm:prSet presAssocID="{81BEB84D-9A77-49C6-9301-B3359FCAC75F}" presName="parTx" presStyleLbl="revTx" presStyleIdx="1" presStyleCnt="3">
        <dgm:presLayoutVars>
          <dgm:chMax val="0"/>
          <dgm:chPref val="0"/>
        </dgm:presLayoutVars>
      </dgm:prSet>
      <dgm:spPr/>
    </dgm:pt>
    <dgm:pt modelId="{321A91E4-7EA2-4DC4-BAB1-AA394CB05F71}" type="pres">
      <dgm:prSet presAssocID="{5D260F18-25D2-4074-87F1-7E78DDA61C58}" presName="sibTrans" presStyleCnt="0"/>
      <dgm:spPr/>
    </dgm:pt>
    <dgm:pt modelId="{F8B60166-DAD7-43EB-A140-0C239D20F607}" type="pres">
      <dgm:prSet presAssocID="{BFF9359E-E9B1-4B73-BACC-2C7988765B16}" presName="compNode" presStyleCnt="0"/>
      <dgm:spPr/>
    </dgm:pt>
    <dgm:pt modelId="{752F83EC-7F2D-41AA-973E-014FDB46F0D7}" type="pres">
      <dgm:prSet presAssocID="{BFF9359E-E9B1-4B73-BACC-2C7988765B16}" presName="bgRect" presStyleLbl="bgShp" presStyleIdx="2" presStyleCnt="3" custLinFactNeighborX="-285" custLinFactNeighborY="-682"/>
      <dgm:spPr/>
    </dgm:pt>
    <dgm:pt modelId="{364BF251-23E8-4976-BDA1-862737AF35BC}" type="pres">
      <dgm:prSet presAssocID="{BFF9359E-E9B1-4B73-BACC-2C7988765B16}"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Partial Sun"/>
        </a:ext>
      </dgm:extLst>
    </dgm:pt>
    <dgm:pt modelId="{DE144953-173A-42D5-AAA7-59C3FDE13693}" type="pres">
      <dgm:prSet presAssocID="{BFF9359E-E9B1-4B73-BACC-2C7988765B16}" presName="spaceRect" presStyleCnt="0"/>
      <dgm:spPr/>
    </dgm:pt>
    <dgm:pt modelId="{34A44A9A-99AA-49EC-92E7-07AA5F4F4AA9}" type="pres">
      <dgm:prSet presAssocID="{BFF9359E-E9B1-4B73-BACC-2C7988765B16}" presName="parTx" presStyleLbl="revTx" presStyleIdx="2" presStyleCnt="3" custLinFactNeighborX="1564" custLinFactNeighborY="-935">
        <dgm:presLayoutVars>
          <dgm:chMax val="0"/>
          <dgm:chPref val="0"/>
        </dgm:presLayoutVars>
      </dgm:prSet>
      <dgm:spPr/>
    </dgm:pt>
  </dgm:ptLst>
  <dgm:cxnLst>
    <dgm:cxn modelId="{063EE20D-F15A-4699-8713-589FF62B5DDF}" type="presOf" srcId="{4AF52931-E4CA-4429-AACB-B8747CDB2409}" destId="{DC3FF7F7-2836-45AE-B06A-2E337C2233AC}" srcOrd="0" destOrd="0" presId="urn:microsoft.com/office/officeart/2018/2/layout/IconVerticalSolidList"/>
    <dgm:cxn modelId="{4C13BA31-1C1D-4AB6-A184-5A43CF867DD0}" type="presOf" srcId="{BFF9359E-E9B1-4B73-BACC-2C7988765B16}" destId="{34A44A9A-99AA-49EC-92E7-07AA5F4F4AA9}" srcOrd="0" destOrd="0" presId="urn:microsoft.com/office/officeart/2018/2/layout/IconVerticalSolidList"/>
    <dgm:cxn modelId="{516EC545-1971-48B3-978C-4756FCDCCFD9}" srcId="{C7720856-93F0-4CC7-B7FD-2466914A11D4}" destId="{BFF9359E-E9B1-4B73-BACC-2C7988765B16}" srcOrd="2" destOrd="0" parTransId="{6E0A40FA-1B79-4089-8B9A-3BA22865FE4E}" sibTransId="{1CEF1965-C516-4C44-BAE3-2FA3F5116930}"/>
    <dgm:cxn modelId="{90A3AE9C-7EDA-4EDC-9AFA-1A3CBA52AC92}" type="presOf" srcId="{81BEB84D-9A77-49C6-9301-B3359FCAC75F}" destId="{4CBA5ED1-114D-4BE5-A41A-79565ED13248}" srcOrd="0" destOrd="0" presId="urn:microsoft.com/office/officeart/2018/2/layout/IconVerticalSolidList"/>
    <dgm:cxn modelId="{420EF6C4-7321-43BE-A2FC-253606B1E06A}" srcId="{C7720856-93F0-4CC7-B7FD-2466914A11D4}" destId="{81BEB84D-9A77-49C6-9301-B3359FCAC75F}" srcOrd="1" destOrd="0" parTransId="{AE4D0D43-0332-4F79-8D35-BCD8C10758AE}" sibTransId="{5D260F18-25D2-4074-87F1-7E78DDA61C58}"/>
    <dgm:cxn modelId="{F82329C8-C3B2-4E9B-9033-528488D72705}" srcId="{C7720856-93F0-4CC7-B7FD-2466914A11D4}" destId="{4AF52931-E4CA-4429-AACB-B8747CDB2409}" srcOrd="0" destOrd="0" parTransId="{67B2FC97-2FAE-4EFE-9DEE-E4216C657F35}" sibTransId="{D86AF01C-9CBC-41F8-9354-48CD82BDFDC9}"/>
    <dgm:cxn modelId="{5D25EDCD-23D4-4BDB-8CF3-68BB138857BA}" type="presOf" srcId="{C7720856-93F0-4CC7-B7FD-2466914A11D4}" destId="{333BA55A-4FB9-4CDB-BE45-5B2839A9588A}" srcOrd="0" destOrd="0" presId="urn:microsoft.com/office/officeart/2018/2/layout/IconVerticalSolidList"/>
    <dgm:cxn modelId="{24215397-9BF3-43BD-8BE6-B67C43C17BB4}" type="presParOf" srcId="{333BA55A-4FB9-4CDB-BE45-5B2839A9588A}" destId="{4130BD56-E415-4C77-B902-1C7745EECC0A}" srcOrd="0" destOrd="0" presId="urn:microsoft.com/office/officeart/2018/2/layout/IconVerticalSolidList"/>
    <dgm:cxn modelId="{71409055-5E4C-45F9-8F81-0404D1F52BB5}" type="presParOf" srcId="{4130BD56-E415-4C77-B902-1C7745EECC0A}" destId="{9E0B2482-4830-4D46-8929-F9D2DADF178F}" srcOrd="0" destOrd="0" presId="urn:microsoft.com/office/officeart/2018/2/layout/IconVerticalSolidList"/>
    <dgm:cxn modelId="{59088EB3-503E-4C06-87B9-605B75AEE17F}" type="presParOf" srcId="{4130BD56-E415-4C77-B902-1C7745EECC0A}" destId="{D1AB7B5A-7CB4-433B-BDAD-61D154FBB639}" srcOrd="1" destOrd="0" presId="urn:microsoft.com/office/officeart/2018/2/layout/IconVerticalSolidList"/>
    <dgm:cxn modelId="{3302F49F-4915-4B99-A65D-72A2843764B2}" type="presParOf" srcId="{4130BD56-E415-4C77-B902-1C7745EECC0A}" destId="{C4986089-54D6-48DE-88C9-751556F2884B}" srcOrd="2" destOrd="0" presId="urn:microsoft.com/office/officeart/2018/2/layout/IconVerticalSolidList"/>
    <dgm:cxn modelId="{C9195B83-D72D-4D2C-9D93-48C5E930AB73}" type="presParOf" srcId="{4130BD56-E415-4C77-B902-1C7745EECC0A}" destId="{DC3FF7F7-2836-45AE-B06A-2E337C2233AC}" srcOrd="3" destOrd="0" presId="urn:microsoft.com/office/officeart/2018/2/layout/IconVerticalSolidList"/>
    <dgm:cxn modelId="{12E7F4E6-680C-435F-9C9C-8A01B6426E1F}" type="presParOf" srcId="{333BA55A-4FB9-4CDB-BE45-5B2839A9588A}" destId="{A37F1CBF-8F30-4D65-8129-8B458890C5FF}" srcOrd="1" destOrd="0" presId="urn:microsoft.com/office/officeart/2018/2/layout/IconVerticalSolidList"/>
    <dgm:cxn modelId="{DCFC8BAB-417F-4BC4-AF07-9DE4C060CDC8}" type="presParOf" srcId="{333BA55A-4FB9-4CDB-BE45-5B2839A9588A}" destId="{FCE925AA-5329-46CB-93D2-5C01F58583CE}" srcOrd="2" destOrd="0" presId="urn:microsoft.com/office/officeart/2018/2/layout/IconVerticalSolidList"/>
    <dgm:cxn modelId="{60575168-BC6B-4CAA-8296-403200EEF3B2}" type="presParOf" srcId="{FCE925AA-5329-46CB-93D2-5C01F58583CE}" destId="{3A0D703B-098B-4E59-8765-DFD90796F008}" srcOrd="0" destOrd="0" presId="urn:microsoft.com/office/officeart/2018/2/layout/IconVerticalSolidList"/>
    <dgm:cxn modelId="{61EC41A3-02C7-4A47-B293-CE1F62322095}" type="presParOf" srcId="{FCE925AA-5329-46CB-93D2-5C01F58583CE}" destId="{F065CC5F-0D7E-438D-A290-6D28C1B3EDF2}" srcOrd="1" destOrd="0" presId="urn:microsoft.com/office/officeart/2018/2/layout/IconVerticalSolidList"/>
    <dgm:cxn modelId="{349689AD-CDE3-4FB9-AFB4-0DCCB109A4B2}" type="presParOf" srcId="{FCE925AA-5329-46CB-93D2-5C01F58583CE}" destId="{FCFDB9D5-350E-4BFF-92DC-C71BD2A82972}" srcOrd="2" destOrd="0" presId="urn:microsoft.com/office/officeart/2018/2/layout/IconVerticalSolidList"/>
    <dgm:cxn modelId="{7CBAFDAF-2BE7-4CB2-A164-F487FC642633}" type="presParOf" srcId="{FCE925AA-5329-46CB-93D2-5C01F58583CE}" destId="{4CBA5ED1-114D-4BE5-A41A-79565ED13248}" srcOrd="3" destOrd="0" presId="urn:microsoft.com/office/officeart/2018/2/layout/IconVerticalSolidList"/>
    <dgm:cxn modelId="{D12283E6-19A0-45B3-8967-F64B9FE7DC2D}" type="presParOf" srcId="{333BA55A-4FB9-4CDB-BE45-5B2839A9588A}" destId="{321A91E4-7EA2-4DC4-BAB1-AA394CB05F71}" srcOrd="3" destOrd="0" presId="urn:microsoft.com/office/officeart/2018/2/layout/IconVerticalSolidList"/>
    <dgm:cxn modelId="{9700BF1A-D71B-4BD8-8926-BA981972F1C9}" type="presParOf" srcId="{333BA55A-4FB9-4CDB-BE45-5B2839A9588A}" destId="{F8B60166-DAD7-43EB-A140-0C239D20F607}" srcOrd="4" destOrd="0" presId="urn:microsoft.com/office/officeart/2018/2/layout/IconVerticalSolidList"/>
    <dgm:cxn modelId="{3CF8F750-F1AA-462D-A9CC-E1F8C399D25E}" type="presParOf" srcId="{F8B60166-DAD7-43EB-A140-0C239D20F607}" destId="{752F83EC-7F2D-41AA-973E-014FDB46F0D7}" srcOrd="0" destOrd="0" presId="urn:microsoft.com/office/officeart/2018/2/layout/IconVerticalSolidList"/>
    <dgm:cxn modelId="{8A4BE552-8543-4EED-B1C0-C8F1048A96F9}" type="presParOf" srcId="{F8B60166-DAD7-43EB-A140-0C239D20F607}" destId="{364BF251-23E8-4976-BDA1-862737AF35BC}" srcOrd="1" destOrd="0" presId="urn:microsoft.com/office/officeart/2018/2/layout/IconVerticalSolidList"/>
    <dgm:cxn modelId="{8DD0108B-32DE-4411-BE1F-7A8E752BCD37}" type="presParOf" srcId="{F8B60166-DAD7-43EB-A140-0C239D20F607}" destId="{DE144953-173A-42D5-AAA7-59C3FDE13693}" srcOrd="2" destOrd="0" presId="urn:microsoft.com/office/officeart/2018/2/layout/IconVerticalSolidList"/>
    <dgm:cxn modelId="{BE3F8C23-CBE9-46C5-94C6-673333475EF7}" type="presParOf" srcId="{F8B60166-DAD7-43EB-A140-0C239D20F607}" destId="{34A44A9A-99AA-49EC-92E7-07AA5F4F4AA9}"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0B2482-4830-4D46-8929-F9D2DADF178F}">
      <dsp:nvSpPr>
        <dsp:cNvPr id="0" name=""/>
        <dsp:cNvSpPr/>
      </dsp:nvSpPr>
      <dsp:spPr>
        <a:xfrm>
          <a:off x="0" y="10981"/>
          <a:ext cx="6747310" cy="112313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1AB7B5A-7CB4-433B-BDAD-61D154FBB639}">
      <dsp:nvSpPr>
        <dsp:cNvPr id="0" name=""/>
        <dsp:cNvSpPr/>
      </dsp:nvSpPr>
      <dsp:spPr>
        <a:xfrm>
          <a:off x="339747" y="253184"/>
          <a:ext cx="617722" cy="61772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C3FF7F7-2836-45AE-B06A-2E337C2233AC}">
      <dsp:nvSpPr>
        <dsp:cNvPr id="0" name=""/>
        <dsp:cNvSpPr/>
      </dsp:nvSpPr>
      <dsp:spPr>
        <a:xfrm>
          <a:off x="1297216" y="479"/>
          <a:ext cx="5450093" cy="11231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865" tIns="118865" rIns="118865" bIns="118865" numCol="1" spcCol="1270" anchor="ctr" anchorCtr="0">
          <a:noAutofit/>
        </a:bodyPr>
        <a:lstStyle/>
        <a:p>
          <a:pPr marL="0" lvl="0" indent="0" algn="l" defTabSz="1066800">
            <a:lnSpc>
              <a:spcPct val="100000"/>
            </a:lnSpc>
            <a:spcBef>
              <a:spcPct val="0"/>
            </a:spcBef>
            <a:spcAft>
              <a:spcPct val="35000"/>
            </a:spcAft>
            <a:buNone/>
          </a:pPr>
          <a:r>
            <a:rPr lang="en-US" sz="2400" kern="1200" dirty="0"/>
            <a:t>Name: Parmar Kuldeepkumar    </a:t>
          </a:r>
        </a:p>
        <a:p>
          <a:pPr marL="0" lvl="0" indent="0" algn="l" defTabSz="1066800">
            <a:lnSpc>
              <a:spcPct val="100000"/>
            </a:lnSpc>
            <a:spcBef>
              <a:spcPct val="0"/>
            </a:spcBef>
            <a:spcAft>
              <a:spcPct val="35000"/>
            </a:spcAft>
            <a:buNone/>
          </a:pPr>
          <a:r>
            <a:rPr lang="en-US" sz="2400" kern="1200" dirty="0"/>
            <a:t>             </a:t>
          </a:r>
          <a:r>
            <a:rPr lang="en-US" sz="2400" kern="1200" dirty="0" err="1"/>
            <a:t>Pravinbhai</a:t>
          </a:r>
          <a:endParaRPr lang="en-US" sz="2400" kern="1200" dirty="0"/>
        </a:p>
      </dsp:txBody>
      <dsp:txXfrm>
        <a:off x="1297216" y="479"/>
        <a:ext cx="5450093" cy="1123131"/>
      </dsp:txXfrm>
    </dsp:sp>
    <dsp:sp modelId="{3A0D703B-098B-4E59-8765-DFD90796F008}">
      <dsp:nvSpPr>
        <dsp:cNvPr id="0" name=""/>
        <dsp:cNvSpPr/>
      </dsp:nvSpPr>
      <dsp:spPr>
        <a:xfrm>
          <a:off x="0" y="1404394"/>
          <a:ext cx="6747310" cy="112313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065CC5F-0D7E-438D-A290-6D28C1B3EDF2}">
      <dsp:nvSpPr>
        <dsp:cNvPr id="0" name=""/>
        <dsp:cNvSpPr/>
      </dsp:nvSpPr>
      <dsp:spPr>
        <a:xfrm>
          <a:off x="339747" y="1657098"/>
          <a:ext cx="617722" cy="61772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CBA5ED1-114D-4BE5-A41A-79565ED13248}">
      <dsp:nvSpPr>
        <dsp:cNvPr id="0" name=""/>
        <dsp:cNvSpPr/>
      </dsp:nvSpPr>
      <dsp:spPr>
        <a:xfrm>
          <a:off x="1297216" y="1404394"/>
          <a:ext cx="5450093" cy="11231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865" tIns="118865" rIns="118865" bIns="118865" numCol="1" spcCol="1270" anchor="ctr" anchorCtr="0">
          <a:noAutofit/>
        </a:bodyPr>
        <a:lstStyle/>
        <a:p>
          <a:pPr marL="0" lvl="0" indent="0" algn="l" defTabSz="1066800">
            <a:lnSpc>
              <a:spcPct val="100000"/>
            </a:lnSpc>
            <a:spcBef>
              <a:spcPct val="0"/>
            </a:spcBef>
            <a:spcAft>
              <a:spcPct val="35000"/>
            </a:spcAft>
            <a:buNone/>
          </a:pPr>
          <a:r>
            <a:rPr lang="en-US" sz="2400" kern="1200" dirty="0"/>
            <a:t>Enrollment no: 230610107026</a:t>
          </a:r>
        </a:p>
      </dsp:txBody>
      <dsp:txXfrm>
        <a:off x="1297216" y="1404394"/>
        <a:ext cx="5450093" cy="1123131"/>
      </dsp:txXfrm>
    </dsp:sp>
    <dsp:sp modelId="{752F83EC-7F2D-41AA-973E-014FDB46F0D7}">
      <dsp:nvSpPr>
        <dsp:cNvPr id="0" name=""/>
        <dsp:cNvSpPr/>
      </dsp:nvSpPr>
      <dsp:spPr>
        <a:xfrm>
          <a:off x="0" y="2800648"/>
          <a:ext cx="6747310" cy="112313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64BF251-23E8-4976-BDA1-862737AF35BC}">
      <dsp:nvSpPr>
        <dsp:cNvPr id="0" name=""/>
        <dsp:cNvSpPr/>
      </dsp:nvSpPr>
      <dsp:spPr>
        <a:xfrm>
          <a:off x="339747" y="3061013"/>
          <a:ext cx="617722" cy="61772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4A44A9A-99AA-49EC-92E7-07AA5F4F4AA9}">
      <dsp:nvSpPr>
        <dsp:cNvPr id="0" name=""/>
        <dsp:cNvSpPr/>
      </dsp:nvSpPr>
      <dsp:spPr>
        <a:xfrm>
          <a:off x="1297216" y="2797807"/>
          <a:ext cx="5450093" cy="11231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865" tIns="118865" rIns="118865" bIns="118865" numCol="1" spcCol="1270" anchor="ctr" anchorCtr="0">
          <a:noAutofit/>
        </a:bodyPr>
        <a:lstStyle/>
        <a:p>
          <a:pPr marL="0" lvl="0" indent="0" algn="l" defTabSz="1066800">
            <a:lnSpc>
              <a:spcPct val="100000"/>
            </a:lnSpc>
            <a:spcBef>
              <a:spcPct val="0"/>
            </a:spcBef>
            <a:spcAft>
              <a:spcPct val="35000"/>
            </a:spcAft>
            <a:buNone/>
          </a:pPr>
          <a:r>
            <a:rPr lang="en-US" sz="2400" kern="1200" dirty="0"/>
            <a:t>Stream: Computer Engineering</a:t>
          </a:r>
        </a:p>
      </dsp:txBody>
      <dsp:txXfrm>
        <a:off x="1297216" y="2797807"/>
        <a:ext cx="5450093" cy="1123131"/>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8F4EA64-D5E8-4450-BC30-7DFC4EBD38F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66641F71-C740-4CC1-840C-5FB23C8519F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CD963B1-226B-4B24-8975-7DD28730789D}" type="datetimeFigureOut">
              <a:rPr lang="en-US" smtClean="0"/>
              <a:t>7/7/2026</a:t>
            </a:fld>
            <a:endParaRPr lang="en-US" dirty="0"/>
          </a:p>
        </p:txBody>
      </p:sp>
      <p:sp>
        <p:nvSpPr>
          <p:cNvPr id="4" name="Footer Placeholder 3">
            <a:extLst>
              <a:ext uri="{FF2B5EF4-FFF2-40B4-BE49-F238E27FC236}">
                <a16:creationId xmlns:a16="http://schemas.microsoft.com/office/drawing/2014/main" id="{C1BCE577-AAC9-4588-9221-506DA251D45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49921CD-9C42-44C5-B535-5F5FA40227C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FA9CF0-FE85-40E5-A3E4-9D8D4A205BC2}" type="slidenum">
              <a:rPr lang="en-US" smtClean="0"/>
              <a:t>‹#›</a:t>
            </a:fld>
            <a:endParaRPr lang="en-US" dirty="0"/>
          </a:p>
        </p:txBody>
      </p:sp>
    </p:spTree>
    <p:extLst>
      <p:ext uri="{BB962C8B-B14F-4D97-AF65-F5344CB8AC3E}">
        <p14:creationId xmlns:p14="http://schemas.microsoft.com/office/powerpoint/2010/main" val="14096780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C0BE83-1F76-412F-817F-6B87541A62B7}" type="datetimeFigureOut">
              <a:rPr lang="en-US" smtClean="0"/>
              <a:t>7/7/2026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B54AA9-D1C5-4A71-8BC1-393246244DDE}" type="slidenum">
              <a:rPr lang="en-US" smtClean="0"/>
              <a:t>‹#›</a:t>
            </a:fld>
            <a:endParaRPr lang="en-US" dirty="0"/>
          </a:p>
        </p:txBody>
      </p:sp>
    </p:spTree>
    <p:extLst>
      <p:ext uri="{BB962C8B-B14F-4D97-AF65-F5344CB8AC3E}">
        <p14:creationId xmlns:p14="http://schemas.microsoft.com/office/powerpoint/2010/main" val="13412099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CB54AA9-D1C5-4A71-8BC1-393246244DDE}" type="slidenum">
              <a:rPr lang="en-US" smtClean="0"/>
              <a:t>1</a:t>
            </a:fld>
            <a:endParaRPr lang="en-US" dirty="0"/>
          </a:p>
        </p:txBody>
      </p:sp>
    </p:spTree>
    <p:extLst>
      <p:ext uri="{BB962C8B-B14F-4D97-AF65-F5344CB8AC3E}">
        <p14:creationId xmlns:p14="http://schemas.microsoft.com/office/powerpoint/2010/main" val="25702546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CB54AA9-D1C5-4A71-8BC1-393246244DDE}" type="slidenum">
              <a:rPr lang="en-US" smtClean="0"/>
              <a:t>2</a:t>
            </a:fld>
            <a:endParaRPr lang="en-US" dirty="0"/>
          </a:p>
        </p:txBody>
      </p:sp>
    </p:spTree>
    <p:extLst>
      <p:ext uri="{BB962C8B-B14F-4D97-AF65-F5344CB8AC3E}">
        <p14:creationId xmlns:p14="http://schemas.microsoft.com/office/powerpoint/2010/main" val="1610098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CB54AA9-D1C5-4A71-8BC1-393246244DDE}" type="slidenum">
              <a:rPr lang="en-US" smtClean="0"/>
              <a:t>3</a:t>
            </a:fld>
            <a:endParaRPr lang="en-US" dirty="0"/>
          </a:p>
        </p:txBody>
      </p:sp>
    </p:spTree>
    <p:extLst>
      <p:ext uri="{BB962C8B-B14F-4D97-AF65-F5344CB8AC3E}">
        <p14:creationId xmlns:p14="http://schemas.microsoft.com/office/powerpoint/2010/main" val="14353385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CB54AA9-D1C5-4A71-8BC1-393246244DDE}" type="slidenum">
              <a:rPr lang="en-US" smtClean="0"/>
              <a:t>10</a:t>
            </a:fld>
            <a:endParaRPr lang="en-US" dirty="0"/>
          </a:p>
        </p:txBody>
      </p:sp>
    </p:spTree>
    <p:extLst>
      <p:ext uri="{BB962C8B-B14F-4D97-AF65-F5344CB8AC3E}">
        <p14:creationId xmlns:p14="http://schemas.microsoft.com/office/powerpoint/2010/main" val="61433390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6" name="Rectangle 15"/>
          <p:cNvSpPr/>
          <p:nvPr/>
        </p:nvSpPr>
        <p:spPr>
          <a:xfrm>
            <a:off x="1" y="0"/>
            <a:ext cx="12192000" cy="6858000"/>
          </a:xfrm>
          <a:prstGeom prst="rect">
            <a:avLst/>
          </a:prstGeom>
          <a:blipFill dpi="0" rotWithShape="1">
            <a:blip r:embed="rId2">
              <a:alphaModFix amt="45000"/>
              <a:duotone>
                <a:schemeClr val="accent2">
                  <a:shade val="45000"/>
                  <a:satMod val="135000"/>
                </a:schemeClr>
                <a:prstClr val="white"/>
              </a:duotone>
            </a:blip>
            <a:srcRect/>
            <a:tile tx="-31750" ty="-120650" sx="100000" sy="100000" flip="xy" algn="tl"/>
          </a:blipFill>
          <a:ln w="19050" cmpd="sng">
            <a:noFill/>
            <a:miter lim="800000"/>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tx1"/>
          </a:solidFill>
          <a:ln w="6350" cap="flat" cmpd="sng" algn="ctr">
            <a:solidFill>
              <a:schemeClr val="tx1">
                <a:lumMod val="65000"/>
                <a:lumOff val="35000"/>
              </a:schemeClr>
            </a:solidFill>
            <a:prstDash val="solid"/>
          </a:ln>
          <a:effectLst>
            <a:outerShdw blurRad="63500" algn="ctr" rotWithShape="0">
              <a:prstClr val="black">
                <a:alpha val="40000"/>
              </a:prstClr>
            </a:outerShdw>
            <a:softEdge rad="0"/>
          </a:effectLst>
        </p:spPr>
      </p:sp>
      <p:sp>
        <p:nvSpPr>
          <p:cNvPr id="11" name="Rectangle 10"/>
          <p:cNvSpPr/>
          <p:nvPr/>
        </p:nvSpPr>
        <p:spPr>
          <a:xfrm>
            <a:off x="1447801" y="1411615"/>
            <a:ext cx="9296400" cy="4034770"/>
          </a:xfrm>
          <a:prstGeom prst="rect">
            <a:avLst/>
          </a:prstGeom>
          <a:solidFill>
            <a:schemeClr val="bg2"/>
          </a:solidFill>
          <a:ln w="9525" cap="sq" cmpd="sng" algn="ctr">
            <a:no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a:effectLst>
            <a:outerShdw blurRad="50800" dist="127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solidFill>
                <a:effectLst>
                  <a:outerShdw blurRad="38100" dist="12700" dir="2700000" algn="tl" rotWithShape="0">
                    <a:prstClr val="black">
                      <a:alpha val="40000"/>
                    </a:prstClr>
                  </a:outerShdw>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2"/>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rgbClr val="FFFFFF"/>
                </a:solidFill>
                <a:latin typeface="+mn-lt"/>
              </a:defRPr>
            </a:lvl1pPr>
          </a:lstStyle>
          <a:p>
            <a:fld id="{03FCE02C-6EC6-4E09-BC2C-9FDED4DE236E}" type="datetimeFigureOut">
              <a:rPr lang="en-US" dirty="0"/>
              <a:t>7/7/2026</a:t>
            </a:fld>
            <a:endParaRPr lang="en-US" dirty="0"/>
          </a:p>
        </p:txBody>
      </p:sp>
      <p:sp>
        <p:nvSpPr>
          <p:cNvPr id="21" name="Footer Placeholder 20"/>
          <p:cNvSpPr>
            <a:spLocks noGrp="1"/>
          </p:cNvSpPr>
          <p:nvPr>
            <p:ph type="ftr" sz="quarter" idx="11"/>
          </p:nvPr>
        </p:nvSpPr>
        <p:spPr>
          <a:xfrm>
            <a:off x="1453896" y="5212080"/>
            <a:ext cx="5905500" cy="228600"/>
          </a:xfrm>
        </p:spPr>
        <p:txBody>
          <a:bodyPr/>
          <a:lstStyle>
            <a:lvl1pPr algn="l">
              <a:defRPr>
                <a:solidFill>
                  <a:schemeClr val="tx2"/>
                </a:solidFill>
              </a:defRPr>
            </a:lvl1pPr>
          </a:lstStyle>
          <a:p>
            <a:endParaRPr lang="en-US" dirty="0"/>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2"/>
                </a:solidFill>
              </a:defRPr>
            </a:lvl1p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sz="18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solidFill>
                  <a:schemeClr val="tx2"/>
                </a:solidFill>
              </a:defRPr>
            </a:lvl1pPr>
          </a:lstStyle>
          <a:p>
            <a:fld id="{4D8F36E1-9596-4E98-8786-4A17C5D29C65}" type="datetimeFigureOut">
              <a:rPr lang="en-US" dirty="0"/>
              <a:pPr/>
              <a:t>7/7/2026</a:t>
            </a:fld>
            <a:endParaRPr lang="en-US" dirty="0"/>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9" name="Rectangle 18"/>
          <p:cNvSpPr/>
          <p:nvPr/>
        </p:nvSpPr>
        <p:spPr>
          <a:xfrm>
            <a:off x="0" y="0"/>
            <a:ext cx="12192000" cy="6858000"/>
          </a:xfrm>
          <a:prstGeom prst="rect">
            <a:avLst/>
          </a:prstGeom>
          <a:blipFill dpi="0" rotWithShape="1">
            <a:blip r:embed="rId2">
              <a:alphaModFix amt="40000"/>
              <a:duotone>
                <a:schemeClr val="accent3">
                  <a:shade val="45000"/>
                  <a:satMod val="135000"/>
                </a:schemeClr>
                <a:prstClr val="white"/>
              </a:duotone>
            </a:blip>
            <a:srcRect/>
            <a:tile tx="-31750" ty="-120650" sx="100000" sy="100000" flip="xy" algn="tl"/>
          </a:blipFill>
          <a:ln w="19050" cmpd="sng">
            <a:noFill/>
            <a:miter lim="800000"/>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tx1"/>
          </a:solidFill>
          <a:ln w="6350" cap="flat" cmpd="sng" algn="ctr">
            <a:solidFill>
              <a:schemeClr val="tx1">
                <a:lumMod val="65000"/>
                <a:lumOff val="35000"/>
              </a:schemeClr>
            </a:solidFill>
            <a:prstDash val="solid"/>
          </a:ln>
          <a:effectLst>
            <a:outerShdw blurRad="63500" algn="ctr" rotWithShape="0">
              <a:prstClr val="black">
                <a:alpha val="40000"/>
              </a:prstClr>
            </a:outerShdw>
            <a:softEdge rad="0"/>
          </a:effectLst>
        </p:spPr>
      </p:sp>
      <p:sp>
        <p:nvSpPr>
          <p:cNvPr id="24" name="Rectangle 23"/>
          <p:cNvSpPr/>
          <p:nvPr/>
        </p:nvSpPr>
        <p:spPr>
          <a:xfrm>
            <a:off x="1447801" y="1411615"/>
            <a:ext cx="9296400" cy="4034770"/>
          </a:xfrm>
          <a:prstGeom prst="rect">
            <a:avLst/>
          </a:prstGeom>
          <a:solidFill>
            <a:schemeClr val="bg2"/>
          </a:solidFill>
          <a:ln w="9525" cap="sq" cmpd="sng" algn="ctr">
            <a:noFill/>
            <a:prstDash val="solid"/>
            <a:miter lim="800000"/>
          </a:ln>
          <a:effectLst/>
        </p:spPr>
      </p:sp>
      <p:sp>
        <p:nvSpPr>
          <p:cNvPr id="30" name="Rectangle 29"/>
          <p:cNvSpPr/>
          <p:nvPr/>
        </p:nvSpPr>
        <p:spPr>
          <a:xfrm>
            <a:off x="5135880" y="1267730"/>
            <a:ext cx="1920240" cy="731520"/>
          </a:xfrm>
          <a:prstGeom prst="rect">
            <a:avLst/>
          </a:prstGeom>
          <a:solidFill>
            <a:schemeClr val="accent1"/>
          </a:solidFill>
          <a:ln>
            <a:noFill/>
          </a:ln>
          <a:effectLst>
            <a:outerShdw blurRad="50800" dist="127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b="0" kern="1200" cap="all" spc="-100" baseline="0" dirty="0">
                <a:solidFill>
                  <a:schemeClr val="tx1"/>
                </a:solidFill>
                <a:effectLst>
                  <a:outerShdw blurRad="38100" dist="12700" dir="2700000" algn="tl" rotWithShape="0">
                    <a:prstClr val="black">
                      <a:alpha val="40000"/>
                    </a:prstClr>
                  </a:outerShdw>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tabLst>
                <a:tab pos="2633663" algn="l"/>
              </a:tabLst>
              <a:defRPr sz="1600">
                <a:solidFill>
                  <a:schemeClr val="tx2"/>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rgbClr val="FFFFFF"/>
                </a:solidFill>
                <a:latin typeface="+mn-lt"/>
                <a:ea typeface="+mn-ea"/>
                <a:cs typeface="+mn-cs"/>
              </a:defRPr>
            </a:lvl1pPr>
          </a:lstStyle>
          <a:p>
            <a:fld id="{EE4D1A55-63BC-4BA2-9538-7DDEADA10621}" type="datetimeFigureOut">
              <a:rPr lang="en-US" dirty="0"/>
              <a:t>7/7/2026</a:t>
            </a:fld>
            <a:endParaRPr lang="en-US" dirty="0"/>
          </a:p>
        </p:txBody>
      </p:sp>
      <p:sp>
        <p:nvSpPr>
          <p:cNvPr id="5" name="Footer Placeholder 4"/>
          <p:cNvSpPr>
            <a:spLocks noGrp="1"/>
          </p:cNvSpPr>
          <p:nvPr>
            <p:ph type="ftr" sz="quarter" idx="11"/>
          </p:nvPr>
        </p:nvSpPr>
        <p:spPr>
          <a:xfrm>
            <a:off x="1453896" y="5212080"/>
            <a:ext cx="5907024" cy="228600"/>
          </a:xfrm>
        </p:spPr>
        <p:txBody>
          <a:bodyPr/>
          <a:lstStyle>
            <a:lvl1pPr algn="l">
              <a:defRPr>
                <a:solidFill>
                  <a:schemeClr val="tx2"/>
                </a:solidFill>
              </a:defRPr>
            </a:lvl1pPr>
          </a:lstStyle>
          <a:p>
            <a:endParaRPr lang="en-US" dirty="0"/>
          </a:p>
        </p:txBody>
      </p:sp>
      <p:sp>
        <p:nvSpPr>
          <p:cNvPr id="6" name="Slide Number Placeholder 5"/>
          <p:cNvSpPr>
            <a:spLocks noGrp="1"/>
          </p:cNvSpPr>
          <p:nvPr>
            <p:ph type="sldNum" sz="quarter" idx="12"/>
          </p:nvPr>
        </p:nvSpPr>
        <p:spPr>
          <a:xfrm>
            <a:off x="8604504" y="5212080"/>
            <a:ext cx="2112264" cy="228600"/>
          </a:xfrm>
        </p:spPr>
        <p:txBody>
          <a:bodyPr/>
          <a:lstStyle>
            <a:lvl1pPr>
              <a:defRPr>
                <a:solidFill>
                  <a:schemeClr val="tx2"/>
                </a:solidFill>
              </a:defRPr>
            </a:lvl1p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lvl1pPr>
              <a:defRPr>
                <a:solidFill>
                  <a:schemeClr val="tx2"/>
                </a:solidFill>
              </a:defRPr>
            </a:lvl1pPr>
          </a:lstStyle>
          <a:p>
            <a:fld id="{66D01ABB-8821-4BF5-97A9-E1A66ACAEAA9}" type="datetimeFigureOut">
              <a:rPr lang="en-US" dirty="0"/>
              <a:pPr/>
              <a:t>7/7/2026</a:t>
            </a:fld>
            <a:endParaRPr lang="en-US" dirty="0"/>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800" b="0">
                <a:solidFill>
                  <a:schemeClr val="tx2"/>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800" b="0">
                <a:solidFill>
                  <a:schemeClr val="tx2"/>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lvl1pPr>
              <a:defRPr>
                <a:solidFill>
                  <a:schemeClr val="tx2"/>
                </a:solidFill>
              </a:defRPr>
            </a:lvl1pPr>
          </a:lstStyle>
          <a:p>
            <a:fld id="{20C37B1C-D4A1-4A4F-A470-80868146AFC5}" type="datetimeFigureOut">
              <a:rPr lang="en-US" dirty="0"/>
              <a:pPr/>
              <a:t>7/7/2026</a:t>
            </a:fld>
            <a:endParaRPr lang="en-US" dirty="0"/>
          </a:p>
        </p:txBody>
      </p:sp>
      <p:sp>
        <p:nvSpPr>
          <p:cNvPr id="8" name="Footer Placeholder 7"/>
          <p:cNvSpPr>
            <a:spLocks noGrp="1"/>
          </p:cNvSpPr>
          <p:nvPr>
            <p:ph type="ftr" sz="quarter" idx="11"/>
          </p:nvPr>
        </p:nvSpPr>
        <p:spPr/>
        <p:txBody>
          <a:bodyPr/>
          <a:lstStyle>
            <a:lvl1pPr>
              <a:defRPr>
                <a:solidFill>
                  <a:schemeClr val="tx2"/>
                </a:solidFill>
              </a:defRPr>
            </a:lvl1pPr>
          </a:lstStyle>
          <a:p>
            <a:endParaRPr lang="en-US" dirty="0"/>
          </a:p>
        </p:txBody>
      </p:sp>
      <p:sp>
        <p:nvSpPr>
          <p:cNvPr id="9" name="Slide Number Placeholder 8"/>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tx2"/>
                </a:solidFill>
              </a:defRPr>
            </a:lvl1pPr>
          </a:lstStyle>
          <a:p>
            <a:fld id="{6D31D1B9-F39E-471E-80A9-595CAA5664AD}" type="datetimeFigureOut">
              <a:rPr lang="en-US" dirty="0"/>
              <a:pPr/>
              <a:t>7/7/2026</a:t>
            </a:fld>
            <a:endParaRPr lang="en-US" dirty="0"/>
          </a:p>
        </p:txBody>
      </p:sp>
      <p:sp>
        <p:nvSpPr>
          <p:cNvPr id="4" name="Footer Placeholder 3"/>
          <p:cNvSpPr>
            <a:spLocks noGrp="1"/>
          </p:cNvSpPr>
          <p:nvPr>
            <p:ph type="ftr" sz="quarter" idx="11"/>
          </p:nvPr>
        </p:nvSpPr>
        <p:spPr/>
        <p:txBody>
          <a:bodyPr/>
          <a:lstStyle>
            <a:lvl1pPr>
              <a:defRPr>
                <a:solidFill>
                  <a:schemeClr val="tx2"/>
                </a:solidFill>
              </a:defRPr>
            </a:lvl1pPr>
          </a:lstStyle>
          <a:p>
            <a:endParaRPr lang="en-US" dirty="0"/>
          </a:p>
        </p:txBody>
      </p:sp>
      <p:sp>
        <p:nvSpPr>
          <p:cNvPr id="5" name="Slide Number Placeholder 4"/>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lstStyle>
          <a:p>
            <a:fld id="{33FCEABC-E2B9-4606-A74F-CB06AF596887}" type="datetimeFigureOut">
              <a:rPr lang="en-US" dirty="0"/>
              <a:pPr/>
              <a:t>7/7/2026</a:t>
            </a:fld>
            <a:endParaRPr lang="en-US" dirty="0"/>
          </a:p>
        </p:txBody>
      </p:sp>
      <p:sp>
        <p:nvSpPr>
          <p:cNvPr id="3" name="Footer Placeholder 2"/>
          <p:cNvSpPr>
            <a:spLocks noGrp="1"/>
          </p:cNvSpPr>
          <p:nvPr>
            <p:ph type="ftr" sz="quarter" idx="11"/>
          </p:nvPr>
        </p:nvSpPr>
        <p:spPr/>
        <p:txBody>
          <a:bodyPr/>
          <a:lstStyle>
            <a:lvl1pPr>
              <a:defRPr>
                <a:solidFill>
                  <a:schemeClr val="tx2"/>
                </a:solidFill>
              </a:defRPr>
            </a:lvl1pPr>
          </a:lstStyle>
          <a:p>
            <a:endParaRPr lang="en-US" dirty="0"/>
          </a:p>
        </p:txBody>
      </p:sp>
      <p:sp>
        <p:nvSpPr>
          <p:cNvPr id="4" name="Slide Number Placeholder 3"/>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4" name="Rectangle 13"/>
          <p:cNvSpPr/>
          <p:nvPr/>
        </p:nvSpPr>
        <p:spPr>
          <a:xfrm>
            <a:off x="234693" y="237744"/>
            <a:ext cx="8633081" cy="6382512"/>
          </a:xfrm>
          <a:prstGeom prst="rect">
            <a:avLst/>
          </a:prstGeom>
          <a:solidFill>
            <a:schemeClr val="tx1"/>
          </a:solidFill>
          <a:ln w="6350" cap="flat" cmpd="sng" algn="ctr">
            <a:solidFill>
              <a:schemeClr val="tx1">
                <a:lumMod val="75000"/>
              </a:schemeClr>
            </a:solidFill>
            <a:prstDash val="solid"/>
          </a:ln>
          <a:effectLst>
            <a:softEdge rad="0"/>
          </a:effectLst>
        </p:spPr>
      </p:sp>
      <p:sp>
        <p:nvSpPr>
          <p:cNvPr id="16" name="Rectangle 15"/>
          <p:cNvSpPr/>
          <p:nvPr/>
        </p:nvSpPr>
        <p:spPr>
          <a:xfrm>
            <a:off x="371856" y="374904"/>
            <a:ext cx="8353044" cy="6108192"/>
          </a:xfrm>
          <a:prstGeom prst="rect">
            <a:avLst/>
          </a:prstGeom>
          <a:solidFill>
            <a:schemeClr val="bg2"/>
          </a:solidFill>
          <a:ln w="6350" cap="sq" cmpd="sng" algn="ctr">
            <a:noFill/>
            <a:prstDash val="solid"/>
            <a:miter lim="800000"/>
          </a:ln>
          <a:effectLst/>
        </p:spPr>
      </p:sp>
      <p:sp>
        <p:nvSpPr>
          <p:cNvPr id="15" name="Rectangle 14"/>
          <p:cNvSpPr/>
          <p:nvPr/>
        </p:nvSpPr>
        <p:spPr>
          <a:xfrm>
            <a:off x="9020386" y="237744"/>
            <a:ext cx="2926080" cy="638251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chemeClr val="bg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790575" y="704850"/>
            <a:ext cx="7562850" cy="51435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tx2"/>
                </a:solidFill>
              </a:defRPr>
            </a:lvl1pPr>
          </a:lstStyle>
          <a:p>
            <a:fld id="{FA8850A0-01A3-4F4E-AA52-F716A9BFD4EB}" type="datetimeFigureOut">
              <a:rPr lang="en-US" dirty="0"/>
              <a:pPr/>
              <a:t>7/7/2026</a:t>
            </a:fld>
            <a:endParaRPr lang="en-US" dirty="0"/>
          </a:p>
        </p:txBody>
      </p:sp>
      <p:sp>
        <p:nvSpPr>
          <p:cNvPr id="6" name="Footer Placeholder 5"/>
          <p:cNvSpPr>
            <a:spLocks noGrp="1"/>
          </p:cNvSpPr>
          <p:nvPr>
            <p:ph type="ftr" sz="quarter" idx="11"/>
          </p:nvPr>
        </p:nvSpPr>
        <p:spPr>
          <a:xfrm>
            <a:off x="3439158" y="6214535"/>
            <a:ext cx="5184648" cy="256032"/>
          </a:xfrm>
        </p:spPr>
        <p:txBody>
          <a:bodyPr/>
          <a:lstStyle>
            <a:lvl1pPr algn="r">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bg2"/>
                </a:solidFill>
              </a:defRPr>
            </a:lvl1pPr>
          </a:lstStyle>
          <a:p>
            <a:fld id="{4FAB73BC-B049-4115-A692-8D63A059BFB8}" type="slidenum">
              <a:rPr lang="en-US" dirty="0"/>
              <a:pPr/>
              <a:t>‹#›</a:t>
            </a:fld>
            <a:endParaRPr lang="en-US" dirty="0"/>
          </a:p>
        </p:txBody>
      </p:sp>
      <p:sp>
        <p:nvSpPr>
          <p:cNvPr id="11" name="Rectangle 10"/>
          <p:cNvSpPr/>
          <p:nvPr/>
        </p:nvSpPr>
        <p:spPr>
          <a:xfrm>
            <a:off x="9157546" y="374904"/>
            <a:ext cx="2651760" cy="6108192"/>
          </a:xfrm>
          <a:prstGeom prst="rect">
            <a:avLst/>
          </a:prstGeom>
          <a:noFill/>
          <a:ln w="6350" cap="sq">
            <a:solidFill>
              <a:schemeClr val="tx1">
                <a:lumMod val="65000"/>
                <a:lumOff val="3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tx1"/>
          </a:solidFill>
          <a:ln w="6350" cap="sq">
            <a:solidFill>
              <a:schemeClr val="tx1">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157546" y="374904"/>
            <a:ext cx="2651760" cy="6108192"/>
          </a:xfrm>
          <a:prstGeom prst="rect">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chemeClr val="tx1"/>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601076" cy="6382512"/>
          </a:xfrm>
          <a:solidFill>
            <a:srgbClr val="808080"/>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9050" dist="6350" dir="2700000" algn="tl" rotWithShape="0">
                    <a:prstClr val="black">
                      <a:alpha val="40000"/>
                    </a:prstClr>
                  </a:outerShdw>
                </a:effectLst>
              </a:defRPr>
            </a:lvl1pPr>
          </a:lstStyle>
          <a:p>
            <a:fld id="{E5811CCA-BB49-46C7-A0E2-F42339750F9A}" type="datetimeFigureOut">
              <a:rPr lang="en-US" dirty="0"/>
              <a:t>7/7/2026</a:t>
            </a:fld>
            <a:endParaRPr lang="en-US" dirty="0"/>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solidFill>
                  <a:schemeClr val="tx2"/>
                </a:solidFill>
              </a:defRPr>
            </a:lvl1pPr>
          </a:lstStyle>
          <a:p>
            <a:fld id="{FB075A7A-4A9A-410F-B848-AB998ACC9419}" type="datetimeFigureOut">
              <a:rPr lang="en-US" dirty="0"/>
              <a:pPr/>
              <a:t>7/7/2026</a:t>
            </a:fld>
            <a:endParaRPr lang="en-US" dirty="0"/>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solidFill>
                  <a:schemeClr val="tx2"/>
                </a:solidFill>
              </a:defRPr>
            </a:lvl1pPr>
          </a:lstStyle>
          <a:p>
            <a:fld id="{AA5F3E88-2D66-4D17-B0FA-EA13CB20B2FF}" type="datetimeFigureOut">
              <a:rPr lang="en-US" dirty="0"/>
              <a:pPr/>
              <a:t>7/7/2026</a:t>
            </a:fld>
            <a:endParaRPr lang="en-US" dirty="0"/>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tx1"/>
          </a:solidFill>
          <a:ln w="6350" cap="flat" cmpd="sng" algn="ctr">
            <a:solidFill>
              <a:schemeClr val="tx1">
                <a:lumMod val="75000"/>
              </a:schemeClr>
            </a:solidFill>
            <a:prstDash val="solid"/>
          </a:ln>
          <a:effectLst>
            <a:softEdge rad="0"/>
          </a:effectLst>
        </p:spPr>
      </p:sp>
      <p:sp>
        <p:nvSpPr>
          <p:cNvPr id="8" name="Rectangle 7"/>
          <p:cNvSpPr/>
          <p:nvPr/>
        </p:nvSpPr>
        <p:spPr>
          <a:xfrm>
            <a:off x="371856" y="374904"/>
            <a:ext cx="11448288" cy="6108192"/>
          </a:xfrm>
          <a:prstGeom prst="rect">
            <a:avLst/>
          </a:prstGeom>
          <a:solidFill>
            <a:schemeClr val="bg2"/>
          </a:solidFill>
          <a:ln w="6350" cap="sq" cmpd="sng" algn="ctr">
            <a:no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9464" y="6214535"/>
            <a:ext cx="2743200" cy="256032"/>
          </a:xfrm>
          <a:prstGeom prst="rect">
            <a:avLst/>
          </a:prstGeom>
        </p:spPr>
        <p:txBody>
          <a:bodyPr vert="horz" lIns="91440" tIns="45720" rIns="91440" bIns="45720" rtlCol="0" anchor="b"/>
          <a:lstStyle>
            <a:lvl1pPr algn="l">
              <a:defRPr sz="1000">
                <a:solidFill>
                  <a:schemeClr val="bg2"/>
                </a:solidFill>
              </a:defRPr>
            </a:lvl1pPr>
          </a:lstStyle>
          <a:p>
            <a:fld id="{17205CAA-4E5A-4223-BD55-C5D2841AC9EF}" type="datetimeFigureOut">
              <a:rPr lang="en-US" dirty="0"/>
              <a:t>7/7/2026</a:t>
            </a:fld>
            <a:endParaRPr lang="en-US" dirty="0"/>
          </a:p>
        </p:txBody>
      </p:sp>
      <p:sp>
        <p:nvSpPr>
          <p:cNvPr id="5" name="Footer Placeholder 4"/>
          <p:cNvSpPr>
            <a:spLocks noGrp="1"/>
          </p:cNvSpPr>
          <p:nvPr>
            <p:ph type="ftr" sz="quarter" idx="3"/>
          </p:nvPr>
        </p:nvSpPr>
        <p:spPr>
          <a:xfrm>
            <a:off x="3489960" y="6214535"/>
            <a:ext cx="5212080" cy="256032"/>
          </a:xfrm>
          <a:prstGeom prst="rect">
            <a:avLst/>
          </a:prstGeom>
        </p:spPr>
        <p:txBody>
          <a:bodyPr vert="horz" lIns="91440" tIns="45720" rIns="91440" bIns="45720" rtlCol="0" anchor="b"/>
          <a:lstStyle>
            <a:lvl1pPr algn="ctr">
              <a:defRPr sz="1000">
                <a:solidFill>
                  <a:schemeClr val="bg2"/>
                </a:solidFill>
              </a:defRPr>
            </a:lvl1pPr>
          </a:lstStyle>
          <a:p>
            <a:endParaRPr lang="en-US" dirty="0"/>
          </a:p>
        </p:txBody>
      </p:sp>
      <p:sp>
        <p:nvSpPr>
          <p:cNvPr id="6" name="Slide Number Placeholder 5"/>
          <p:cNvSpPr>
            <a:spLocks noGrp="1"/>
          </p:cNvSpPr>
          <p:nvPr>
            <p:ph type="sldNum" sz="quarter" idx="4"/>
          </p:nvPr>
        </p:nvSpPr>
        <p:spPr>
          <a:xfrm>
            <a:off x="10348535" y="6214535"/>
            <a:ext cx="1463040" cy="256032"/>
          </a:xfrm>
          <a:prstGeom prst="rect">
            <a:avLst/>
          </a:prstGeom>
        </p:spPr>
        <p:txBody>
          <a:bodyPr vert="horz" lIns="91440" tIns="45720" rIns="91440" bIns="45720" rtlCol="0" anchor="b"/>
          <a:lstStyle>
            <a:lvl1pPr algn="r">
              <a:defRPr sz="1000">
                <a:solidFill>
                  <a:schemeClr val="bg2"/>
                </a:solidFill>
              </a:defRPr>
            </a:lvl1pPr>
          </a:lstStyle>
          <a:p>
            <a:fld id="{4FAB73BC-B049-4115-A692-8D63A059BFB8}"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hf sldNum="0" hdr="0" ftr="0" dt="0"/>
  <p:txStyles>
    <p:titleStyle>
      <a:lvl1pPr algn="l" defTabSz="914400" rtl="0" eaLnBrk="1" latinLnBrk="0" hangingPunct="1">
        <a:lnSpc>
          <a:spcPct val="90000"/>
        </a:lnSpc>
        <a:spcBef>
          <a:spcPct val="0"/>
        </a:spcBef>
        <a:buNone/>
        <a:defRPr lang="en-US" sz="4800" kern="1200" cap="none" spc="0" baseline="0" dirty="0">
          <a:solidFill>
            <a:schemeClr val="tx1"/>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2">
            <a:lumMod val="60000"/>
            <a:lumOff val="40000"/>
          </a:schemeClr>
        </a:buClr>
        <a:buFont typeface="Arial" pitchFamily="34"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2">
            <a:lumMod val="60000"/>
            <a:lumOff val="40000"/>
          </a:schemeClr>
        </a:buClr>
        <a:buFont typeface="Arial" pitchFamily="34"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bg1"/>
          </a:solidFill>
          <a:latin typeface="+mn-lt"/>
          <a:ea typeface="+mn-ea"/>
          <a:cs typeface="+mn-cs"/>
        </a:defRPr>
      </a:lvl6pPr>
      <a:lvl7pPr marL="1900000" indent="-22860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bg1"/>
          </a:solidFill>
          <a:latin typeface="+mn-lt"/>
          <a:ea typeface="+mn-ea"/>
          <a:cs typeface="+mn-cs"/>
        </a:defRPr>
      </a:lvl7pPr>
      <a:lvl8pPr marL="2200000" indent="-22860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bg1"/>
          </a:solidFill>
          <a:latin typeface="+mn-lt"/>
          <a:ea typeface="+mn-ea"/>
          <a:cs typeface="+mn-cs"/>
        </a:defRPr>
      </a:lvl8pPr>
      <a:lvl9pPr marL="2500000" indent="-22860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bg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jpeg"/><Relationship Id="rId7" Type="http://schemas.openxmlformats.org/officeDocument/2006/relationships/diagramColors" Target="../diagrams/colors1.xml"/><Relationship Id="rId12" Type="http://schemas.openxmlformats.org/officeDocument/2006/relationships/image" Target="../media/image10.sv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QuickStyle" Target="../diagrams/quickStyle1.xml"/><Relationship Id="rId11" Type="http://schemas.openxmlformats.org/officeDocument/2006/relationships/image" Target="../media/image9.svg"/><Relationship Id="rId5" Type="http://schemas.openxmlformats.org/officeDocument/2006/relationships/diagramLayout" Target="../diagrams/layout1.xml"/><Relationship Id="rId10" Type="http://schemas.openxmlformats.org/officeDocument/2006/relationships/image" Target="../media/image8.svg"/><Relationship Id="rId4" Type="http://schemas.openxmlformats.org/officeDocument/2006/relationships/diagramData" Target="../diagrams/data1.xml"/><Relationship Id="rId9" Type="http://schemas.openxmlformats.org/officeDocument/2006/relationships/image" Target="../media/image7.svg"/></Relationships>
</file>

<file path=ppt/slides/_rels/slide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9.xml"/><Relationship Id="rId5" Type="http://schemas.openxmlformats.org/officeDocument/2006/relationships/hyperlink" Target="https://e-amrit.niti.gov.in/co2-calculator" TargetMode="External"/><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bmp"/><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1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27">
            <a:extLst>
              <a:ext uri="{FF2B5EF4-FFF2-40B4-BE49-F238E27FC236}">
                <a16:creationId xmlns:a16="http://schemas.microsoft.com/office/drawing/2014/main" id="{F9C9470D-F677-4F4D-91C6-DDAAFB41E3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gradFill>
            <a:gsLst>
              <a:gs pos="0">
                <a:schemeClr val="bg2">
                  <a:tint val="90000"/>
                  <a:shade val="92000"/>
                  <a:satMod val="160000"/>
                </a:schemeClr>
              </a:gs>
              <a:gs pos="77000">
                <a:schemeClr val="bg2">
                  <a:tint val="100000"/>
                  <a:shade val="73000"/>
                  <a:satMod val="155000"/>
                </a:schemeClr>
              </a:gs>
              <a:gs pos="100000">
                <a:schemeClr val="bg2">
                  <a:tint val="100000"/>
                  <a:shade val="67000"/>
                  <a:satMod val="145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pic>
        <p:nvPicPr>
          <p:cNvPr id="5" name="Picture 2" descr="Close up leaves">
            <a:extLst>
              <a:ext uri="{FF2B5EF4-FFF2-40B4-BE49-F238E27FC236}">
                <a16:creationId xmlns:a16="http://schemas.microsoft.com/office/drawing/2014/main" id="{C542C31E-A9A6-4196-9C15-D9E26F2B2175}"/>
              </a:ext>
            </a:extLst>
          </p:cNvPr>
          <p:cNvPicPr>
            <a:picLocks noChangeAspect="1" noChangeArrowheads="1"/>
          </p:cNvPicPr>
          <p:nvPr/>
        </p:nvPicPr>
        <p:blipFill rotWithShape="1">
          <a:blip r:embed="rId3" cstate="email">
            <a:extLst>
              <a:ext uri="{28A0092B-C50C-407E-A947-70E740481C1C}">
                <a14:useLocalDpi xmlns:a14="http://schemas.microsoft.com/office/drawing/2010/main"/>
              </a:ext>
            </a:extLst>
          </a:blip>
          <a:srcRect l="9091" t="9091"/>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34" name="Rectangle 29">
            <a:extLst>
              <a:ext uri="{FF2B5EF4-FFF2-40B4-BE49-F238E27FC236}">
                <a16:creationId xmlns:a16="http://schemas.microsoft.com/office/drawing/2014/main" id="{BF9DC97C-B63C-41D6-923D-44FF13CF20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79943" y="237744"/>
            <a:ext cx="7652977" cy="6382512"/>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Rectangle 31">
            <a:extLst>
              <a:ext uri="{FF2B5EF4-FFF2-40B4-BE49-F238E27FC236}">
                <a16:creationId xmlns:a16="http://schemas.microsoft.com/office/drawing/2014/main" id="{89D35CC7-2F55-4CD1-8570-56ADF42558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17103" y="374904"/>
            <a:ext cx="7340156" cy="6108192"/>
          </a:xfrm>
          <a:prstGeom prst="rect">
            <a:avLst/>
          </a:prstGeom>
          <a:solidFill>
            <a:schemeClr val="tx2">
              <a:alpha val="9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sp>
      <p:graphicFrame>
        <p:nvGraphicFramePr>
          <p:cNvPr id="9" name="Content Placeholder 8" descr="Smart Art Icons">
            <a:extLst>
              <a:ext uri="{FF2B5EF4-FFF2-40B4-BE49-F238E27FC236}">
                <a16:creationId xmlns:a16="http://schemas.microsoft.com/office/drawing/2014/main" id="{8FF6EDB8-0D3A-4193-BDFE-DD56CEA7DAB2}"/>
              </a:ext>
            </a:extLst>
          </p:cNvPr>
          <p:cNvGraphicFramePr>
            <a:graphicFrameLocks noGrp="1"/>
          </p:cNvGraphicFramePr>
          <p:nvPr>
            <p:ph idx="1"/>
            <p:extLst>
              <p:ext uri="{D42A27DB-BD31-4B8C-83A1-F6EECF244321}">
                <p14:modId xmlns:p14="http://schemas.microsoft.com/office/powerpoint/2010/main" val="697477793"/>
              </p:ext>
            </p:extLst>
          </p:nvPr>
        </p:nvGraphicFramePr>
        <p:xfrm>
          <a:off x="4732776" y="607685"/>
          <a:ext cx="6747310" cy="393192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Rectangle: Rounded Corners 2">
            <a:extLst>
              <a:ext uri="{FF2B5EF4-FFF2-40B4-BE49-F238E27FC236}">
                <a16:creationId xmlns:a16="http://schemas.microsoft.com/office/drawing/2014/main" id="{49553C5F-2BA8-C0CD-9128-AB093AA77764}"/>
              </a:ext>
            </a:extLst>
          </p:cNvPr>
          <p:cNvSpPr/>
          <p:nvPr/>
        </p:nvSpPr>
        <p:spPr>
          <a:xfrm>
            <a:off x="4713526" y="4836231"/>
            <a:ext cx="6747310" cy="1177158"/>
          </a:xfrm>
          <a:prstGeom prst="roundRect">
            <a:avLst/>
          </a:prstGeom>
          <a:solidFill>
            <a:srgbClr val="F2F2F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Rounded Corners 3">
            <a:extLst>
              <a:ext uri="{FF2B5EF4-FFF2-40B4-BE49-F238E27FC236}">
                <a16:creationId xmlns:a16="http://schemas.microsoft.com/office/drawing/2014/main" id="{407FDF94-670C-EC62-F29A-F6192FF911CD}"/>
              </a:ext>
            </a:extLst>
          </p:cNvPr>
          <p:cNvSpPr/>
          <p:nvPr/>
        </p:nvSpPr>
        <p:spPr>
          <a:xfrm>
            <a:off x="4975331" y="3589910"/>
            <a:ext cx="641132" cy="641131"/>
          </a:xfrm>
          <a:prstGeom prst="roundRect">
            <a:avLst/>
          </a:prstGeom>
          <a:solidFill>
            <a:srgbClr val="F2F2F2"/>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FD978D93-3AF4-8E62-52C1-8C7776F87FAB}"/>
              </a:ext>
            </a:extLst>
          </p:cNvPr>
          <p:cNvSpPr/>
          <p:nvPr/>
        </p:nvSpPr>
        <p:spPr>
          <a:xfrm>
            <a:off x="5013433" y="2192983"/>
            <a:ext cx="641132" cy="641131"/>
          </a:xfrm>
          <a:prstGeom prst="roundRect">
            <a:avLst/>
          </a:prstGeom>
          <a:solidFill>
            <a:srgbClr val="F2F2F2"/>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EBB8CCEA-E06C-55B7-132F-6A283C64A1A2}"/>
              </a:ext>
            </a:extLst>
          </p:cNvPr>
          <p:cNvSpPr/>
          <p:nvPr/>
        </p:nvSpPr>
        <p:spPr>
          <a:xfrm>
            <a:off x="5013433" y="799573"/>
            <a:ext cx="641132" cy="641131"/>
          </a:xfrm>
          <a:prstGeom prst="roundRect">
            <a:avLst/>
          </a:prstGeom>
          <a:solidFill>
            <a:srgbClr val="F2F2F2"/>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E71F4D16-76D4-22B7-71C2-763E34C58469}"/>
              </a:ext>
            </a:extLst>
          </p:cNvPr>
          <p:cNvSpPr txBox="1"/>
          <p:nvPr/>
        </p:nvSpPr>
        <p:spPr>
          <a:xfrm>
            <a:off x="5963586" y="5009311"/>
            <a:ext cx="6117546" cy="830997"/>
          </a:xfrm>
          <a:prstGeom prst="rect">
            <a:avLst/>
          </a:prstGeom>
          <a:noFill/>
        </p:spPr>
        <p:txBody>
          <a:bodyPr wrap="square" rtlCol="0">
            <a:spAutoFit/>
          </a:bodyPr>
          <a:lstStyle/>
          <a:p>
            <a:r>
              <a:rPr lang="en-US" sz="2400" dirty="0"/>
              <a:t>College: Government Engineering  </a:t>
            </a:r>
          </a:p>
          <a:p>
            <a:r>
              <a:rPr lang="en-US" sz="2400" dirty="0"/>
              <a:t>                College, </a:t>
            </a:r>
            <a:r>
              <a:rPr lang="en-US" sz="2400" dirty="0" err="1"/>
              <a:t>Palanpur</a:t>
            </a:r>
            <a:endParaRPr lang="en-IN" sz="2400" dirty="0"/>
          </a:p>
        </p:txBody>
      </p:sp>
      <p:pic>
        <p:nvPicPr>
          <p:cNvPr id="11" name="Graphic 10" descr="Confused person with solid fill">
            <a:extLst>
              <a:ext uri="{FF2B5EF4-FFF2-40B4-BE49-F238E27FC236}">
                <a16:creationId xmlns:a16="http://schemas.microsoft.com/office/drawing/2014/main" id="{E6E6DE91-6221-5391-E5E5-5378C668922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876799" y="702516"/>
            <a:ext cx="914400" cy="914400"/>
          </a:xfrm>
          <a:prstGeom prst="rect">
            <a:avLst/>
          </a:prstGeom>
        </p:spPr>
      </p:pic>
      <p:pic>
        <p:nvPicPr>
          <p:cNvPr id="27" name="Graphic 26" descr="Cloud Computing with solid fill">
            <a:extLst>
              <a:ext uri="{FF2B5EF4-FFF2-40B4-BE49-F238E27FC236}">
                <a16:creationId xmlns:a16="http://schemas.microsoft.com/office/drawing/2014/main" id="{463B915E-73FA-D7DB-EF36-46DFA26A717C}"/>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982715" y="3511236"/>
            <a:ext cx="914400" cy="914400"/>
          </a:xfrm>
          <a:prstGeom prst="rect">
            <a:avLst/>
          </a:prstGeom>
        </p:spPr>
      </p:pic>
      <p:pic>
        <p:nvPicPr>
          <p:cNvPr id="29" name="Graphic 28" descr="Clipboard with solid fill">
            <a:extLst>
              <a:ext uri="{FF2B5EF4-FFF2-40B4-BE49-F238E27FC236}">
                <a16:creationId xmlns:a16="http://schemas.microsoft.com/office/drawing/2014/main" id="{02B25E5B-EEBF-D51C-52B6-9F9BD7478612}"/>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4876799" y="2146213"/>
            <a:ext cx="914400" cy="914400"/>
          </a:xfrm>
          <a:prstGeom prst="rect">
            <a:avLst/>
          </a:prstGeom>
        </p:spPr>
      </p:pic>
      <p:pic>
        <p:nvPicPr>
          <p:cNvPr id="36" name="Graphic 35" descr="Schoolhouse with solid fill">
            <a:extLst>
              <a:ext uri="{FF2B5EF4-FFF2-40B4-BE49-F238E27FC236}">
                <a16:creationId xmlns:a16="http://schemas.microsoft.com/office/drawing/2014/main" id="{3C886A60-4445-0E00-3052-C5DD14557F06}"/>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4982715" y="4876643"/>
            <a:ext cx="914400" cy="914400"/>
          </a:xfrm>
          <a:prstGeom prst="rect">
            <a:avLst/>
          </a:prstGeom>
        </p:spPr>
      </p:pic>
      <p:sp>
        <p:nvSpPr>
          <p:cNvPr id="39" name="TextBox 38">
            <a:extLst>
              <a:ext uri="{FF2B5EF4-FFF2-40B4-BE49-F238E27FC236}">
                <a16:creationId xmlns:a16="http://schemas.microsoft.com/office/drawing/2014/main" id="{ECCA122D-28D2-12FE-48A7-1FCDC03CA020}"/>
              </a:ext>
            </a:extLst>
          </p:cNvPr>
          <p:cNvSpPr txBox="1"/>
          <p:nvPr/>
        </p:nvSpPr>
        <p:spPr>
          <a:xfrm>
            <a:off x="1352111" y="2679153"/>
            <a:ext cx="3205004" cy="1200329"/>
          </a:xfrm>
          <a:prstGeom prst="rect">
            <a:avLst/>
          </a:prstGeom>
          <a:noFill/>
        </p:spPr>
        <p:txBody>
          <a:bodyPr wrap="square" rtlCol="0">
            <a:spAutoFit/>
          </a:bodyPr>
          <a:lstStyle/>
          <a:p>
            <a:r>
              <a:rPr lang="en-US" sz="3600" dirty="0"/>
              <a:t>Hello! </a:t>
            </a:r>
          </a:p>
          <a:p>
            <a:r>
              <a:rPr lang="en-US" sz="3600" dirty="0"/>
              <a:t>Everyone</a:t>
            </a:r>
            <a:endParaRPr lang="en-IN" sz="3600" dirty="0"/>
          </a:p>
        </p:txBody>
      </p:sp>
    </p:spTree>
    <p:extLst>
      <p:ext uri="{BB962C8B-B14F-4D97-AF65-F5344CB8AC3E}">
        <p14:creationId xmlns:p14="http://schemas.microsoft.com/office/powerpoint/2010/main" val="2276795429"/>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93BFCDB3-13C4-4D69-848D-3F1F4D6B8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002">
            <a:schemeClr val="lt2"/>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CC2B9599-6E7A-4DD2-B13A-B4F68A1351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7" y="0"/>
            <a:ext cx="8168743"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3E377648-1ED1-4112-805B-16C14CE995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337" y="643464"/>
            <a:ext cx="6909241" cy="5571072"/>
          </a:xfrm>
          <a:prstGeom prst="rect">
            <a:avLst/>
          </a:prstGeom>
          <a:solidFill>
            <a:schemeClr val="tx1"/>
          </a:solidFill>
          <a:ln w="6350" cap="flat" cmpd="sng" algn="ctr">
            <a:solidFill>
              <a:schemeClr val="tx1"/>
            </a:solidFill>
            <a:prstDash val="solid"/>
          </a:ln>
          <a:effectLst>
            <a:outerShdw blurRad="63500" algn="ctr" rotWithShape="0">
              <a:prstClr val="black">
                <a:alpha val="40000"/>
              </a:prstClr>
            </a:outerShdw>
            <a:softEdge rad="0"/>
          </a:effectLst>
        </p:spPr>
      </p:sp>
      <p:sp>
        <p:nvSpPr>
          <p:cNvPr id="30" name="Rectangle 29">
            <a:extLst>
              <a:ext uri="{FF2B5EF4-FFF2-40B4-BE49-F238E27FC236}">
                <a16:creationId xmlns:a16="http://schemas.microsoft.com/office/drawing/2014/main" id="{D63B59CB-289C-4850-A932-358B9E412B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2877" y="806752"/>
            <a:ext cx="6570161" cy="5244497"/>
          </a:xfrm>
          <a:prstGeom prst="rect">
            <a:avLst/>
          </a:prstGeom>
          <a:solidFill>
            <a:schemeClr val="tx1"/>
          </a:solidFill>
          <a:ln w="6350" cap="sq" cmpd="sng" algn="ctr">
            <a:solidFill>
              <a:schemeClr val="bg2"/>
            </a:solidFill>
            <a:prstDash val="solid"/>
            <a:miter lim="800000"/>
          </a:ln>
          <a:effectLst/>
        </p:spPr>
      </p:sp>
      <p:pic>
        <p:nvPicPr>
          <p:cNvPr id="19" name="Picture 18" descr="Cactus">
            <a:extLst>
              <a:ext uri="{FF2B5EF4-FFF2-40B4-BE49-F238E27FC236}">
                <a16:creationId xmlns:a16="http://schemas.microsoft.com/office/drawing/2014/main" id="{CA6895E3-C8BD-4010-B9E7-E43BA3DCF210}"/>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t="186" r="1" b="1"/>
          <a:stretch/>
        </p:blipFill>
        <p:spPr>
          <a:xfrm>
            <a:off x="981201" y="971344"/>
            <a:ext cx="6233513" cy="4915313"/>
          </a:xfrm>
          <a:prstGeom prst="rect">
            <a:avLst/>
          </a:prstGeom>
        </p:spPr>
      </p:pic>
      <p:sp>
        <p:nvSpPr>
          <p:cNvPr id="32" name="Rectangle 31">
            <a:extLst>
              <a:ext uri="{FF2B5EF4-FFF2-40B4-BE49-F238E27FC236}">
                <a16:creationId xmlns:a16="http://schemas.microsoft.com/office/drawing/2014/main" id="{98867647-07B7-4265-832F-DE0E80979A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37837" y="640856"/>
            <a:ext cx="1920240" cy="731520"/>
          </a:xfrm>
          <a:prstGeom prst="rect">
            <a:avLst/>
          </a:prstGeom>
          <a:solidFill>
            <a:schemeClr val="accent1"/>
          </a:solidFill>
          <a:ln>
            <a:noFill/>
          </a:ln>
          <a:effectLst>
            <a:outerShdw blurRad="50800" dist="127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cxnSp>
        <p:nvCxnSpPr>
          <p:cNvPr id="34" name="Straight Connector 33">
            <a:extLst>
              <a:ext uri="{FF2B5EF4-FFF2-40B4-BE49-F238E27FC236}">
                <a16:creationId xmlns:a16="http://schemas.microsoft.com/office/drawing/2014/main" id="{516AC468-2C3D-4337-A9A2-81175F6D54B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52137" y="640855"/>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A873262-74DB-4FD1-9625-E4616CF011D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43777" y="640855"/>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09F3D15D-CB95-47AD-87F5-9CFF84F6159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52137" y="1286150"/>
            <a:ext cx="1691640"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09606B85-52EB-9310-B687-D8BED434FC5F}"/>
              </a:ext>
            </a:extLst>
          </p:cNvPr>
          <p:cNvSpPr txBox="1"/>
          <p:nvPr/>
        </p:nvSpPr>
        <p:spPr>
          <a:xfrm>
            <a:off x="8166876" y="1690062"/>
            <a:ext cx="4025124" cy="3046988"/>
          </a:xfrm>
          <a:prstGeom prst="rect">
            <a:avLst/>
          </a:prstGeom>
          <a:noFill/>
        </p:spPr>
        <p:txBody>
          <a:bodyPr wrap="square" rtlCol="0">
            <a:spAutoFit/>
          </a:bodyPr>
          <a:lstStyle/>
          <a:p>
            <a:r>
              <a:rPr lang="en-IN" sz="2800" dirty="0"/>
              <a:t>Leveraging AI and Green Skilling for Global Sustainability </a:t>
            </a:r>
          </a:p>
          <a:p>
            <a:endParaRPr lang="en-IN" sz="2400" dirty="0"/>
          </a:p>
          <a:p>
            <a:endParaRPr lang="en-IN" sz="2000" dirty="0"/>
          </a:p>
          <a:p>
            <a:r>
              <a:rPr lang="en-IN" sz="2000" dirty="0"/>
              <a:t>    A Data-Driven Approach  </a:t>
            </a:r>
          </a:p>
          <a:p>
            <a:r>
              <a:rPr lang="en-IN" sz="2000" dirty="0"/>
              <a:t>    to Advancing UN SDG 17</a:t>
            </a:r>
          </a:p>
          <a:p>
            <a:endParaRPr lang="en-IN" sz="2400" dirty="0"/>
          </a:p>
        </p:txBody>
      </p:sp>
    </p:spTree>
    <p:extLst>
      <p:ext uri="{BB962C8B-B14F-4D97-AF65-F5344CB8AC3E}">
        <p14:creationId xmlns:p14="http://schemas.microsoft.com/office/powerpoint/2010/main" val="7557697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Rectangle 54">
            <a:extLst>
              <a:ext uri="{FF2B5EF4-FFF2-40B4-BE49-F238E27FC236}">
                <a16:creationId xmlns:a16="http://schemas.microsoft.com/office/drawing/2014/main" id="{564F8226-C263-4D73-84E6-6774B7FEC0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57" name="Rectangle 56">
            <a:extLst>
              <a:ext uri="{FF2B5EF4-FFF2-40B4-BE49-F238E27FC236}">
                <a16:creationId xmlns:a16="http://schemas.microsoft.com/office/drawing/2014/main" id="{32742A5F-E0E4-49B9-947A-D0158627FA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6" y="0"/>
            <a:ext cx="12193866"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34169D8A-49ED-4849-B778-0475EF373B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6165" y="282258"/>
            <a:ext cx="5617029" cy="632381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 Placeholder 31">
            <a:extLst>
              <a:ext uri="{FF2B5EF4-FFF2-40B4-BE49-F238E27FC236}">
                <a16:creationId xmlns:a16="http://schemas.microsoft.com/office/drawing/2014/main" id="{3B364FE8-2F91-F543-0059-6D60048C376C}"/>
              </a:ext>
            </a:extLst>
          </p:cNvPr>
          <p:cNvSpPr>
            <a:spLocks noGrp="1"/>
          </p:cNvSpPr>
          <p:nvPr>
            <p:ph type="body" sz="half" idx="2"/>
          </p:nvPr>
        </p:nvSpPr>
        <p:spPr>
          <a:xfrm>
            <a:off x="361566" y="384999"/>
            <a:ext cx="4606674" cy="2195641"/>
          </a:xfrm>
        </p:spPr>
        <p:txBody>
          <a:bodyPr vert="horz" lIns="91440" tIns="45720" rIns="91440" bIns="45720" rtlCol="0">
            <a:normAutofit/>
          </a:bodyPr>
          <a:lstStyle/>
          <a:p>
            <a:pPr>
              <a:lnSpc>
                <a:spcPct val="90000"/>
              </a:lnSpc>
              <a:spcAft>
                <a:spcPts val="600"/>
              </a:spcAft>
              <a:buClr>
                <a:schemeClr val="tx1">
                  <a:lumMod val="85000"/>
                  <a:lumOff val="15000"/>
                </a:schemeClr>
              </a:buClr>
            </a:pPr>
            <a:r>
              <a:rPr lang="en-US" sz="1100" dirty="0"/>
              <a:t>                     </a:t>
            </a:r>
          </a:p>
          <a:p>
            <a:pPr indent="-182880">
              <a:lnSpc>
                <a:spcPct val="90000"/>
              </a:lnSpc>
              <a:spcAft>
                <a:spcPts val="600"/>
              </a:spcAft>
              <a:buClr>
                <a:schemeClr val="tx1">
                  <a:lumMod val="85000"/>
                  <a:lumOff val="15000"/>
                </a:schemeClr>
              </a:buClr>
              <a:buFont typeface="Garamond" pitchFamily="18" charset="0"/>
              <a:buChar char="◦"/>
            </a:pPr>
            <a:endParaRPr lang="en-US" sz="1100" dirty="0"/>
          </a:p>
        </p:txBody>
      </p:sp>
      <p:sp>
        <p:nvSpPr>
          <p:cNvPr id="61" name="Rectangle 60">
            <a:extLst>
              <a:ext uri="{FF2B5EF4-FFF2-40B4-BE49-F238E27FC236}">
                <a16:creationId xmlns:a16="http://schemas.microsoft.com/office/drawing/2014/main" id="{44BBEC7D-2853-4D0C-9239-541F862C15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115771" y="282258"/>
            <a:ext cx="1846073" cy="278088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2ACA3A81-3664-42EF-A8EC-40B40A51EC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13957" y="4194827"/>
            <a:ext cx="2071742" cy="2411247"/>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7" name="Picture Placeholder 46">
            <a:extLst>
              <a:ext uri="{FF2B5EF4-FFF2-40B4-BE49-F238E27FC236}">
                <a16:creationId xmlns:a16="http://schemas.microsoft.com/office/drawing/2014/main" id="{17C3501B-5CFD-DC63-A7BE-AC2258F28C00}"/>
              </a:ext>
            </a:extLst>
          </p:cNvPr>
          <p:cNvPicPr>
            <a:picLocks noGrp="1" noChangeAspect="1"/>
          </p:cNvPicPr>
          <p:nvPr>
            <p:ph type="pic" idx="1"/>
          </p:nvPr>
        </p:nvPicPr>
        <p:blipFill>
          <a:blip r:embed="rId3"/>
          <a:srcRect l="18639" t="-639" r="13241" b="640"/>
          <a:stretch>
            <a:fillRect/>
          </a:stretch>
        </p:blipFill>
        <p:spPr>
          <a:xfrm>
            <a:off x="6013957" y="276162"/>
            <a:ext cx="6096933" cy="3373801"/>
          </a:xfrm>
          <a:prstGeom prst="rect">
            <a:avLst/>
          </a:prstGeom>
          <a:solidFill>
            <a:srgbClr val="808080"/>
          </a:solidFill>
        </p:spPr>
      </p:pic>
      <p:pic>
        <p:nvPicPr>
          <p:cNvPr id="62" name="Picture 61">
            <a:extLst>
              <a:ext uri="{FF2B5EF4-FFF2-40B4-BE49-F238E27FC236}">
                <a16:creationId xmlns:a16="http://schemas.microsoft.com/office/drawing/2014/main" id="{893DAD8A-7C80-FE68-918D-F62EAB4C2E3F}"/>
              </a:ext>
            </a:extLst>
          </p:cNvPr>
          <p:cNvPicPr>
            <a:picLocks noChangeAspect="1"/>
          </p:cNvPicPr>
          <p:nvPr/>
        </p:nvPicPr>
        <p:blipFill>
          <a:blip r:embed="rId4"/>
          <a:stretch>
            <a:fillRect/>
          </a:stretch>
        </p:blipFill>
        <p:spPr>
          <a:xfrm>
            <a:off x="6013957" y="3688381"/>
            <a:ext cx="6096932" cy="3057859"/>
          </a:xfrm>
          <a:prstGeom prst="rect">
            <a:avLst/>
          </a:prstGeom>
        </p:spPr>
      </p:pic>
      <p:pic>
        <p:nvPicPr>
          <p:cNvPr id="67" name="Picture 66">
            <a:extLst>
              <a:ext uri="{FF2B5EF4-FFF2-40B4-BE49-F238E27FC236}">
                <a16:creationId xmlns:a16="http://schemas.microsoft.com/office/drawing/2014/main" id="{BA391EE5-46F7-928C-0EA4-252AA23B9022}"/>
              </a:ext>
            </a:extLst>
          </p:cNvPr>
          <p:cNvPicPr>
            <a:picLocks noChangeAspect="1"/>
          </p:cNvPicPr>
          <p:nvPr/>
        </p:nvPicPr>
        <p:blipFill>
          <a:blip r:embed="rId3"/>
          <a:stretch>
            <a:fillRect/>
          </a:stretch>
        </p:blipFill>
        <p:spPr>
          <a:xfrm>
            <a:off x="6012488" y="264043"/>
            <a:ext cx="6096932" cy="3398037"/>
          </a:xfrm>
          <a:prstGeom prst="rect">
            <a:avLst/>
          </a:prstGeom>
        </p:spPr>
      </p:pic>
      <p:sp>
        <p:nvSpPr>
          <p:cNvPr id="68" name="Rectangle 67">
            <a:extLst>
              <a:ext uri="{FF2B5EF4-FFF2-40B4-BE49-F238E27FC236}">
                <a16:creationId xmlns:a16="http://schemas.microsoft.com/office/drawing/2014/main" id="{3D964FC8-A628-704C-4261-C51D95DF58FE}"/>
              </a:ext>
            </a:extLst>
          </p:cNvPr>
          <p:cNvSpPr/>
          <p:nvPr/>
        </p:nvSpPr>
        <p:spPr>
          <a:xfrm>
            <a:off x="81110" y="276162"/>
            <a:ext cx="5848798" cy="2473176"/>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90000"/>
              </a:lnSpc>
              <a:spcAft>
                <a:spcPts val="600"/>
              </a:spcAft>
              <a:buClr>
                <a:schemeClr val="tx1">
                  <a:lumMod val="85000"/>
                  <a:lumOff val="15000"/>
                </a:schemeClr>
              </a:buClr>
            </a:pPr>
            <a:r>
              <a:rPr lang="en-US" dirty="0">
                <a:solidFill>
                  <a:schemeClr val="bg1"/>
                </a:solidFill>
              </a:rPr>
              <a:t>   Activities that I have done:</a:t>
            </a:r>
          </a:p>
          <a:p>
            <a:pPr marL="173038" indent="-173038">
              <a:lnSpc>
                <a:spcPct val="90000"/>
              </a:lnSpc>
              <a:spcAft>
                <a:spcPts val="600"/>
              </a:spcAft>
              <a:buClr>
                <a:schemeClr val="tx1">
                  <a:lumMod val="85000"/>
                  <a:lumOff val="15000"/>
                </a:schemeClr>
              </a:buClr>
              <a:buAutoNum type="arabicPeriod"/>
            </a:pPr>
            <a:r>
              <a:rPr lang="en-US" dirty="0">
                <a:solidFill>
                  <a:schemeClr val="bg1"/>
                </a:solidFill>
              </a:rPr>
              <a:t>1. I calculated my ecological footprint using                                   </a:t>
            </a:r>
          </a:p>
          <a:p>
            <a:pPr marL="346075" indent="-346075">
              <a:lnSpc>
                <a:spcPct val="90000"/>
              </a:lnSpc>
              <a:spcAft>
                <a:spcPts val="600"/>
              </a:spcAft>
              <a:buClr>
                <a:schemeClr val="tx1">
                  <a:lumMod val="85000"/>
                  <a:lumOff val="15000"/>
                </a:schemeClr>
              </a:buClr>
            </a:pPr>
            <a:r>
              <a:rPr lang="en-US" dirty="0">
                <a:solidFill>
                  <a:schemeClr val="bg1"/>
                </a:solidFill>
              </a:rPr>
              <a:t>     </a:t>
            </a:r>
            <a:r>
              <a:rPr lang="en-US" dirty="0">
                <a:solidFill>
                  <a:srgbClr val="C00000"/>
                </a:solidFill>
              </a:rPr>
              <a:t>“https://www.footprintcalculator.org/home/</a:t>
            </a:r>
            <a:r>
              <a:rPr lang="en-US" dirty="0" err="1">
                <a:solidFill>
                  <a:srgbClr val="C00000"/>
                </a:solidFill>
              </a:rPr>
              <a:t>en</a:t>
            </a:r>
            <a:r>
              <a:rPr lang="en-US" dirty="0">
                <a:solidFill>
                  <a:srgbClr val="C00000"/>
                </a:solidFill>
              </a:rPr>
              <a:t>”</a:t>
            </a:r>
            <a:endParaRPr lang="en-US" dirty="0">
              <a:solidFill>
                <a:schemeClr val="bg1"/>
              </a:solidFill>
            </a:endParaRPr>
          </a:p>
          <a:p>
            <a:pPr marL="457200" indent="-457200">
              <a:lnSpc>
                <a:spcPct val="90000"/>
              </a:lnSpc>
              <a:spcAft>
                <a:spcPts val="600"/>
              </a:spcAft>
              <a:buClr>
                <a:schemeClr val="tx1">
                  <a:lumMod val="85000"/>
                  <a:lumOff val="15000"/>
                </a:schemeClr>
              </a:buClr>
            </a:pPr>
            <a:r>
              <a:rPr lang="en-US" dirty="0"/>
              <a:t>From here I have learned that </a:t>
            </a:r>
          </a:p>
        </p:txBody>
      </p:sp>
      <p:sp>
        <p:nvSpPr>
          <p:cNvPr id="72" name="Rectangle 71">
            <a:extLst>
              <a:ext uri="{FF2B5EF4-FFF2-40B4-BE49-F238E27FC236}">
                <a16:creationId xmlns:a16="http://schemas.microsoft.com/office/drawing/2014/main" id="{051C80F9-804C-0180-1E3D-6438FB9ACF90}"/>
              </a:ext>
            </a:extLst>
          </p:cNvPr>
          <p:cNvSpPr/>
          <p:nvPr/>
        </p:nvSpPr>
        <p:spPr>
          <a:xfrm>
            <a:off x="234696" y="2763520"/>
            <a:ext cx="5617029" cy="3842554"/>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lnSpc>
                <a:spcPct val="90000"/>
              </a:lnSpc>
              <a:spcAft>
                <a:spcPts val="600"/>
              </a:spcAft>
              <a:buClr>
                <a:schemeClr val="tx1">
                  <a:lumMod val="85000"/>
                  <a:lumOff val="15000"/>
                </a:schemeClr>
              </a:buClr>
            </a:pPr>
            <a:endParaRPr lang="en-US" dirty="0">
              <a:solidFill>
                <a:srgbClr val="C00000"/>
              </a:solidFill>
            </a:endParaRPr>
          </a:p>
        </p:txBody>
      </p:sp>
      <p:sp>
        <p:nvSpPr>
          <p:cNvPr id="73" name="TextBox 72">
            <a:extLst>
              <a:ext uri="{FF2B5EF4-FFF2-40B4-BE49-F238E27FC236}">
                <a16:creationId xmlns:a16="http://schemas.microsoft.com/office/drawing/2014/main" id="{4A91EBF1-41E2-4FBE-1F97-499676584FEC}"/>
              </a:ext>
            </a:extLst>
          </p:cNvPr>
          <p:cNvSpPr txBox="1"/>
          <p:nvPr/>
        </p:nvSpPr>
        <p:spPr>
          <a:xfrm>
            <a:off x="374121" y="3283253"/>
            <a:ext cx="5338177" cy="1520416"/>
          </a:xfrm>
          <a:prstGeom prst="rect">
            <a:avLst/>
          </a:prstGeom>
          <a:noFill/>
        </p:spPr>
        <p:txBody>
          <a:bodyPr wrap="square" rtlCol="0">
            <a:spAutoFit/>
          </a:bodyPr>
          <a:lstStyle/>
          <a:p>
            <a:pPr marL="457200" indent="-457200">
              <a:lnSpc>
                <a:spcPct val="90000"/>
              </a:lnSpc>
              <a:spcAft>
                <a:spcPts val="600"/>
              </a:spcAft>
              <a:buClr>
                <a:schemeClr val="tx1">
                  <a:lumMod val="85000"/>
                  <a:lumOff val="15000"/>
                </a:schemeClr>
              </a:buClr>
            </a:pPr>
            <a:r>
              <a:rPr lang="en-US" dirty="0">
                <a:solidFill>
                  <a:schemeClr val="bg1"/>
                </a:solidFill>
              </a:rPr>
              <a:t>2. I calculated carbon emission produced by my two-wheeler vehicle and should </a:t>
            </a:r>
            <a:r>
              <a:rPr lang="en-US" dirty="0" err="1">
                <a:solidFill>
                  <a:schemeClr val="bg1"/>
                </a:solidFill>
              </a:rPr>
              <a:t>i</a:t>
            </a:r>
            <a:r>
              <a:rPr lang="en-US" dirty="0">
                <a:solidFill>
                  <a:schemeClr val="bg1"/>
                </a:solidFill>
              </a:rPr>
              <a:t> replace it by E-Vehicle using            </a:t>
            </a:r>
          </a:p>
          <a:p>
            <a:pPr marL="233363" indent="-233363">
              <a:lnSpc>
                <a:spcPct val="90000"/>
              </a:lnSpc>
              <a:spcAft>
                <a:spcPts val="600"/>
              </a:spcAft>
              <a:buClr>
                <a:schemeClr val="tx1">
                  <a:lumMod val="85000"/>
                  <a:lumOff val="15000"/>
                </a:schemeClr>
              </a:buClr>
            </a:pPr>
            <a:r>
              <a:rPr lang="en-US" dirty="0">
                <a:solidFill>
                  <a:schemeClr val="bg1"/>
                </a:solidFill>
              </a:rPr>
              <a:t>       </a:t>
            </a:r>
            <a:r>
              <a:rPr lang="en-US" dirty="0">
                <a:solidFill>
                  <a:srgbClr val="C00000"/>
                </a:solidFill>
                <a:hlinkClick r:id="rId5">
                  <a:extLst>
                    <a:ext uri="{A12FA001-AC4F-418D-AE19-62706E023703}">
                      <ahyp:hlinkClr xmlns:ahyp="http://schemas.microsoft.com/office/drawing/2018/hyperlinkcolor" val="tx"/>
                    </a:ext>
                  </a:extLst>
                </a:hlinkClick>
              </a:rPr>
              <a:t>“https://e-amrit.niti.gov.in/co2-calculator</a:t>
            </a:r>
            <a:r>
              <a:rPr lang="en-US" dirty="0">
                <a:solidFill>
                  <a:srgbClr val="C00000"/>
                </a:solidFill>
              </a:rPr>
              <a:t>”</a:t>
            </a:r>
          </a:p>
          <a:p>
            <a:endParaRPr lang="en-IN" dirty="0"/>
          </a:p>
        </p:txBody>
      </p:sp>
    </p:spTree>
    <p:extLst>
      <p:ext uri="{BB962C8B-B14F-4D97-AF65-F5344CB8AC3E}">
        <p14:creationId xmlns:p14="http://schemas.microsoft.com/office/powerpoint/2010/main" val="41127729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7B452CC-A2E1-18AC-2F7D-78FD11DFD488}"/>
              </a:ext>
            </a:extLst>
          </p:cNvPr>
          <p:cNvSpPr/>
          <p:nvPr/>
        </p:nvSpPr>
        <p:spPr>
          <a:xfrm>
            <a:off x="0" y="0"/>
            <a:ext cx="12192000"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B0E1613D-5E6C-9087-AFB6-1B1EC6C1F641}"/>
              </a:ext>
            </a:extLst>
          </p:cNvPr>
          <p:cNvPicPr>
            <a:picLocks noChangeAspect="1"/>
          </p:cNvPicPr>
          <p:nvPr/>
        </p:nvPicPr>
        <p:blipFill>
          <a:blip r:embed="rId2"/>
          <a:stretch>
            <a:fillRect/>
          </a:stretch>
        </p:blipFill>
        <p:spPr>
          <a:xfrm>
            <a:off x="1005840" y="98100"/>
            <a:ext cx="9865360" cy="3427420"/>
          </a:xfrm>
          <a:prstGeom prst="rect">
            <a:avLst/>
          </a:prstGeom>
        </p:spPr>
      </p:pic>
      <p:pic>
        <p:nvPicPr>
          <p:cNvPr id="5" name="Picture 4">
            <a:extLst>
              <a:ext uri="{FF2B5EF4-FFF2-40B4-BE49-F238E27FC236}">
                <a16:creationId xmlns:a16="http://schemas.microsoft.com/office/drawing/2014/main" id="{84091278-165B-2CC2-F12B-4CD9EE1FAF97}"/>
              </a:ext>
            </a:extLst>
          </p:cNvPr>
          <p:cNvPicPr>
            <a:picLocks noChangeAspect="1"/>
          </p:cNvPicPr>
          <p:nvPr/>
        </p:nvPicPr>
        <p:blipFill>
          <a:blip r:embed="rId3"/>
          <a:stretch>
            <a:fillRect/>
          </a:stretch>
        </p:blipFill>
        <p:spPr>
          <a:xfrm>
            <a:off x="843280" y="3525520"/>
            <a:ext cx="10027920" cy="3332480"/>
          </a:xfrm>
          <a:prstGeom prst="rect">
            <a:avLst/>
          </a:prstGeom>
        </p:spPr>
      </p:pic>
    </p:spTree>
    <p:extLst>
      <p:ext uri="{BB962C8B-B14F-4D97-AF65-F5344CB8AC3E}">
        <p14:creationId xmlns:p14="http://schemas.microsoft.com/office/powerpoint/2010/main" val="24652196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038F0-B215-4C12-7235-65B3D3C648F9}"/>
              </a:ext>
            </a:extLst>
          </p:cNvPr>
          <p:cNvSpPr>
            <a:spLocks noGrp="1"/>
          </p:cNvSpPr>
          <p:nvPr>
            <p:ph type="title"/>
          </p:nvPr>
        </p:nvSpPr>
        <p:spPr>
          <a:xfrm>
            <a:off x="1066800" y="272563"/>
            <a:ext cx="10058400" cy="1371600"/>
          </a:xfrm>
        </p:spPr>
        <p:txBody>
          <a:bodyPr>
            <a:normAutofit fontScale="90000"/>
          </a:bodyPr>
          <a:lstStyle/>
          <a:p>
            <a:r>
              <a:rPr lang="en-IN" dirty="0"/>
              <a:t>Key Insights from Calculator Activities</a:t>
            </a:r>
          </a:p>
        </p:txBody>
      </p:sp>
      <p:sp>
        <p:nvSpPr>
          <p:cNvPr id="3" name="Content Placeholder 2">
            <a:extLst>
              <a:ext uri="{FF2B5EF4-FFF2-40B4-BE49-F238E27FC236}">
                <a16:creationId xmlns:a16="http://schemas.microsoft.com/office/drawing/2014/main" id="{A5A334B1-4E39-E358-E457-4D4ABE1731CD}"/>
              </a:ext>
            </a:extLst>
          </p:cNvPr>
          <p:cNvSpPr>
            <a:spLocks noGrp="1"/>
          </p:cNvSpPr>
          <p:nvPr>
            <p:ph sz="half" idx="1"/>
          </p:nvPr>
        </p:nvSpPr>
        <p:spPr>
          <a:xfrm>
            <a:off x="1066800" y="1644163"/>
            <a:ext cx="4754880" cy="4721468"/>
          </a:xfrm>
        </p:spPr>
        <p:txBody>
          <a:bodyPr>
            <a:normAutofit lnSpcReduction="10000"/>
          </a:bodyPr>
          <a:lstStyle/>
          <a:p>
            <a:r>
              <a:rPr lang="en-IN" b="1" dirty="0"/>
              <a:t>Lessons from the Footprint Calculator: </a:t>
            </a:r>
            <a:r>
              <a:rPr lang="en-IN" dirty="0"/>
              <a:t>The results showed that my lifestyle uses more resources than the Earth can naturally replace. My Earth Overshoot Day is May 14, meaning we would need 2.7 Earths if everyone lived like me. This shows that my lifestyle is not sustainable.</a:t>
            </a:r>
          </a:p>
          <a:p>
            <a:r>
              <a:rPr lang="en-IN" b="1" dirty="0"/>
              <a:t>Lessons from the Carbon Emission Calculator: </a:t>
            </a:r>
            <a:r>
              <a:rPr lang="en-IN" dirty="0"/>
              <a:t>By comparing different vehicles, I learned how much carbon emissions change depending on the type of transport we use. It proved that small individual switches—like choosing a 45 g/km petrol scooter over a 103 g/km car—drastically reduces daily carbon emissions.</a:t>
            </a:r>
          </a:p>
        </p:txBody>
      </p:sp>
      <p:sp>
        <p:nvSpPr>
          <p:cNvPr id="4" name="Content Placeholder 3">
            <a:extLst>
              <a:ext uri="{FF2B5EF4-FFF2-40B4-BE49-F238E27FC236}">
                <a16:creationId xmlns:a16="http://schemas.microsoft.com/office/drawing/2014/main" id="{96E47974-9BA6-C809-AE57-20DBDFF0972B}"/>
              </a:ext>
            </a:extLst>
          </p:cNvPr>
          <p:cNvSpPr>
            <a:spLocks noGrp="1"/>
          </p:cNvSpPr>
          <p:nvPr>
            <p:ph sz="half" idx="2"/>
          </p:nvPr>
        </p:nvSpPr>
        <p:spPr>
          <a:xfrm>
            <a:off x="6370322" y="1644164"/>
            <a:ext cx="4754880" cy="4646734"/>
          </a:xfrm>
        </p:spPr>
        <p:txBody>
          <a:bodyPr>
            <a:normAutofit lnSpcReduction="10000"/>
          </a:bodyPr>
          <a:lstStyle/>
          <a:p>
            <a:r>
              <a:rPr lang="en-IN" b="1" dirty="0"/>
              <a:t>Why SDG 17 (Partnerships) is My Core Focus:</a:t>
            </a:r>
            <a:r>
              <a:rPr lang="en-IN" dirty="0"/>
              <a:t> The calculator activities highlight that isolated data is useless. SDG 17 is the most important goal because it connects global data knowledge, enables green technology transfers, and provides open-source digital calculators to help humanity use natural resources more responsibly.</a:t>
            </a:r>
          </a:p>
          <a:p>
            <a:r>
              <a:rPr lang="en-IN" b="1" dirty="0"/>
              <a:t>The Data </a:t>
            </a:r>
            <a:r>
              <a:rPr lang="en-IN" b="1" dirty="0" err="1"/>
              <a:t>Center</a:t>
            </a:r>
            <a:r>
              <a:rPr lang="en-IN" b="1" dirty="0"/>
              <a:t> Dilemma:</a:t>
            </a:r>
            <a:r>
              <a:rPr lang="en-IN" dirty="0"/>
              <a:t> While online footprint calculators are essential for global awareness, the massive cloud data </a:t>
            </a:r>
            <a:r>
              <a:rPr lang="en-IN" dirty="0" err="1"/>
              <a:t>centers</a:t>
            </a:r>
            <a:r>
              <a:rPr lang="en-IN" dirty="0"/>
              <a:t> running these complex simulations demand extreme energy and cooling water, making carbon optimization a primary tech challenge.</a:t>
            </a:r>
          </a:p>
        </p:txBody>
      </p:sp>
    </p:spTree>
    <p:extLst>
      <p:ext uri="{BB962C8B-B14F-4D97-AF65-F5344CB8AC3E}">
        <p14:creationId xmlns:p14="http://schemas.microsoft.com/office/powerpoint/2010/main" val="21774669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CF62C28-6EC6-08A6-1077-69E52283E003}"/>
              </a:ext>
            </a:extLst>
          </p:cNvPr>
          <p:cNvSpPr txBox="1"/>
          <p:nvPr/>
        </p:nvSpPr>
        <p:spPr>
          <a:xfrm>
            <a:off x="369277" y="369277"/>
            <a:ext cx="11438792" cy="5816977"/>
          </a:xfrm>
          <a:prstGeom prst="rect">
            <a:avLst/>
          </a:prstGeom>
          <a:noFill/>
        </p:spPr>
        <p:txBody>
          <a:bodyPr wrap="square">
            <a:spAutoFit/>
          </a:bodyPr>
          <a:lstStyle/>
          <a:p>
            <a:endParaRPr lang="en-IN" sz="2400" b="1" dirty="0">
              <a:latin typeface="Google Sans"/>
            </a:endParaRPr>
          </a:p>
          <a:p>
            <a:r>
              <a:rPr lang="en-IN" sz="2800" b="1" u="none" strike="noStrike" dirty="0">
                <a:effectLst/>
              </a:rPr>
              <a:t>The En-ROADS Solution</a:t>
            </a:r>
            <a:r>
              <a:rPr lang="en-IN" sz="2800" b="1" u="none" strike="noStrike" dirty="0">
                <a:effectLst/>
                <a:latin typeface="Google Sans"/>
              </a:rPr>
              <a:t>: </a:t>
            </a:r>
            <a:r>
              <a:rPr lang="en-IN" sz="2400" dirty="0"/>
              <a:t>En-ROADS is a climate simulation tool developed by MIT that helps people understand how different climate policies can affect global warming</a:t>
            </a:r>
            <a:r>
              <a:rPr lang="en-IN" sz="2400" b="0" u="none" strike="noStrike" dirty="0">
                <a:effectLst/>
                <a:latin typeface="Google Sans"/>
              </a:rPr>
              <a:t>.</a:t>
            </a:r>
          </a:p>
          <a:p>
            <a:endParaRPr lang="en-IN" sz="2400" dirty="0"/>
          </a:p>
          <a:p>
            <a:r>
              <a:rPr lang="en-IN" sz="2800" b="1" dirty="0"/>
              <a:t>Sustainability:</a:t>
            </a:r>
            <a:r>
              <a:rPr lang="en-IN" sz="2800" dirty="0"/>
              <a:t> </a:t>
            </a:r>
            <a:r>
              <a:rPr lang="en-IN" sz="2400" dirty="0"/>
              <a:t>Meeting our present economic, industrial, and social needs without destroying, polluting, or compromising the core resource budget required by future generations.</a:t>
            </a:r>
          </a:p>
          <a:p>
            <a:endParaRPr lang="en-IN" sz="2400" dirty="0"/>
          </a:p>
          <a:p>
            <a:r>
              <a:rPr lang="en-IN" sz="2800" b="1" dirty="0"/>
              <a:t>Green Skilling</a:t>
            </a:r>
            <a:r>
              <a:rPr lang="en-IN" sz="2800" dirty="0"/>
              <a:t>: </a:t>
            </a:r>
            <a:r>
              <a:rPr lang="en-IN" sz="2400" dirty="0"/>
              <a:t>Training and equipping the workforce with the specific technical knowledge, capabilities, and industrial competencies needed to operate a sustainable, low-carbon economy.</a:t>
            </a:r>
          </a:p>
          <a:p>
            <a:endParaRPr lang="en-IN" sz="2400" dirty="0"/>
          </a:p>
          <a:p>
            <a:endParaRPr lang="en-IN" sz="2400" dirty="0"/>
          </a:p>
          <a:p>
            <a:endParaRPr lang="en-IN" sz="2400" dirty="0"/>
          </a:p>
        </p:txBody>
      </p:sp>
    </p:spTree>
    <p:extLst>
      <p:ext uri="{BB962C8B-B14F-4D97-AF65-F5344CB8AC3E}">
        <p14:creationId xmlns:p14="http://schemas.microsoft.com/office/powerpoint/2010/main" val="5222128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81F9FE5-38ED-02F2-BCF0-53ACD7BB516E}"/>
              </a:ext>
            </a:extLst>
          </p:cNvPr>
          <p:cNvSpPr txBox="1"/>
          <p:nvPr/>
        </p:nvSpPr>
        <p:spPr>
          <a:xfrm>
            <a:off x="360484" y="386862"/>
            <a:ext cx="11473961" cy="5693866"/>
          </a:xfrm>
          <a:prstGeom prst="rect">
            <a:avLst/>
          </a:prstGeom>
          <a:noFill/>
        </p:spPr>
        <p:txBody>
          <a:bodyPr wrap="square">
            <a:spAutoFit/>
          </a:bodyPr>
          <a:lstStyle/>
          <a:p>
            <a:r>
              <a:rPr lang="en-IN" sz="2800" b="1"/>
              <a:t>SCGJ</a:t>
            </a:r>
            <a:r>
              <a:rPr lang="en-IN" sz="2800" b="1" dirty="0"/>
              <a:t>: Skill Council for Green Jobs (SCGJ)</a:t>
            </a:r>
            <a:r>
              <a:rPr lang="en-IN" sz="2800" dirty="0"/>
              <a:t> is a Government of India initiative that develops training programs and certifications to prepare people for jobs in clean energy and sustainable industries.</a:t>
            </a:r>
            <a:endParaRPr lang="en-IN" sz="2800" b="1" dirty="0"/>
          </a:p>
          <a:p>
            <a:endParaRPr lang="en-IN" sz="2800" b="1" dirty="0"/>
          </a:p>
          <a:p>
            <a:r>
              <a:rPr lang="en-IN" sz="2800" b="1" dirty="0"/>
              <a:t>The SCGJ National Standard</a:t>
            </a:r>
            <a:r>
              <a:rPr lang="en-IN" sz="2400" b="1" dirty="0"/>
              <a:t>:</a:t>
            </a:r>
            <a:r>
              <a:rPr lang="en-IN" sz="2400" dirty="0"/>
              <a:t> Moving beyond simple energy generation to actively train a workforce specialized in capturing, treating, and minimizing chemical pollutants directly at the industrial source</a:t>
            </a:r>
          </a:p>
          <a:p>
            <a:endParaRPr lang="en-IN" sz="2400" dirty="0"/>
          </a:p>
          <a:p>
            <a:r>
              <a:rPr lang="en-IN" sz="2800" b="1" dirty="0"/>
              <a:t>Core Training Domains</a:t>
            </a:r>
            <a:r>
              <a:rPr lang="en-IN" sz="2400" b="1" dirty="0"/>
              <a:t>:</a:t>
            </a:r>
          </a:p>
          <a:p>
            <a:pPr marL="457200" indent="-457200">
              <a:buFont typeface="+mj-lt"/>
              <a:buAutoNum type="arabicPeriod"/>
            </a:pPr>
            <a:r>
              <a:rPr lang="en-IN" sz="2400" dirty="0"/>
              <a:t>Air quality monitoring</a:t>
            </a:r>
          </a:p>
          <a:p>
            <a:pPr marL="457200" indent="-457200">
              <a:buFont typeface="+mj-lt"/>
              <a:buAutoNum type="arabicPeriod"/>
            </a:pPr>
            <a:r>
              <a:rPr lang="en-IN" sz="2400" dirty="0"/>
              <a:t>Wastewater treatment</a:t>
            </a:r>
          </a:p>
          <a:p>
            <a:pPr marL="457200" indent="-457200">
              <a:buFont typeface="+mj-lt"/>
              <a:buAutoNum type="arabicPeriod"/>
            </a:pPr>
            <a:r>
              <a:rPr lang="en-IN" sz="2400" dirty="0"/>
              <a:t>Safe industrial waste management</a:t>
            </a:r>
          </a:p>
          <a:p>
            <a:pPr marL="457200" indent="-457200">
              <a:buFont typeface="+mj-lt"/>
              <a:buAutoNum type="arabicPeriod"/>
            </a:pPr>
            <a:r>
              <a:rPr lang="en-IN" sz="2400" dirty="0"/>
              <a:t>Renewable energy (Solar &amp; Wind)</a:t>
            </a:r>
          </a:p>
        </p:txBody>
      </p:sp>
    </p:spTree>
    <p:extLst>
      <p:ext uri="{BB962C8B-B14F-4D97-AF65-F5344CB8AC3E}">
        <p14:creationId xmlns:p14="http://schemas.microsoft.com/office/powerpoint/2010/main" val="26795754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F4BE8-D5E6-A7A3-FA88-99D6E3E1460B}"/>
              </a:ext>
            </a:extLst>
          </p:cNvPr>
          <p:cNvSpPr>
            <a:spLocks noGrp="1"/>
          </p:cNvSpPr>
          <p:nvPr>
            <p:ph type="title"/>
          </p:nvPr>
        </p:nvSpPr>
        <p:spPr/>
        <p:txBody>
          <a:bodyPr/>
          <a:lstStyle/>
          <a:p>
            <a:r>
              <a:rPr lang="en-US" dirty="0"/>
              <a:t>             Pros &amp; Cons of AI</a:t>
            </a:r>
            <a:endParaRPr lang="en-IN" dirty="0"/>
          </a:p>
        </p:txBody>
      </p:sp>
      <p:sp>
        <p:nvSpPr>
          <p:cNvPr id="3" name="Text Placeholder 2">
            <a:extLst>
              <a:ext uri="{FF2B5EF4-FFF2-40B4-BE49-F238E27FC236}">
                <a16:creationId xmlns:a16="http://schemas.microsoft.com/office/drawing/2014/main" id="{5F628DF9-2F02-B206-5270-B6A0F7B9A532}"/>
              </a:ext>
            </a:extLst>
          </p:cNvPr>
          <p:cNvSpPr>
            <a:spLocks noGrp="1"/>
          </p:cNvSpPr>
          <p:nvPr>
            <p:ph type="body" idx="1"/>
          </p:nvPr>
        </p:nvSpPr>
        <p:spPr/>
        <p:txBody>
          <a:bodyPr>
            <a:normAutofit/>
          </a:bodyPr>
          <a:lstStyle/>
          <a:p>
            <a:r>
              <a:rPr lang="en-US" sz="3200" b="1" dirty="0"/>
              <a:t>Pros</a:t>
            </a:r>
            <a:endParaRPr lang="en-IN" sz="3200" b="1" dirty="0"/>
          </a:p>
        </p:txBody>
      </p:sp>
      <p:sp>
        <p:nvSpPr>
          <p:cNvPr id="4" name="Content Placeholder 3">
            <a:extLst>
              <a:ext uri="{FF2B5EF4-FFF2-40B4-BE49-F238E27FC236}">
                <a16:creationId xmlns:a16="http://schemas.microsoft.com/office/drawing/2014/main" id="{ADB14787-4C62-D28E-7CB2-3FF30260D079}"/>
              </a:ext>
            </a:extLst>
          </p:cNvPr>
          <p:cNvSpPr>
            <a:spLocks noGrp="1"/>
          </p:cNvSpPr>
          <p:nvPr>
            <p:ph sz="half" idx="2"/>
          </p:nvPr>
        </p:nvSpPr>
        <p:spPr>
          <a:xfrm>
            <a:off x="1069848" y="2755897"/>
            <a:ext cx="4754880" cy="3662487"/>
          </a:xfrm>
        </p:spPr>
        <p:txBody>
          <a:bodyPr>
            <a:normAutofit/>
          </a:bodyPr>
          <a:lstStyle/>
          <a:p>
            <a:r>
              <a:rPr lang="en-IN" dirty="0"/>
              <a:t>Helps predict solar and wind energy production.</a:t>
            </a:r>
          </a:p>
          <a:p>
            <a:r>
              <a:rPr lang="en-IN" dirty="0"/>
              <a:t>Improves electricity distribution and reduces energy waste.</a:t>
            </a:r>
          </a:p>
          <a:p>
            <a:r>
              <a:rPr lang="en-IN" dirty="0"/>
              <a:t>Monitors pollution using real-time sensor data.</a:t>
            </a:r>
          </a:p>
          <a:p>
            <a:r>
              <a:rPr lang="en-IN" dirty="0"/>
              <a:t>Detects pollution early so action can be taken quickly.</a:t>
            </a:r>
          </a:p>
        </p:txBody>
      </p:sp>
      <p:sp>
        <p:nvSpPr>
          <p:cNvPr id="5" name="Text Placeholder 4">
            <a:extLst>
              <a:ext uri="{FF2B5EF4-FFF2-40B4-BE49-F238E27FC236}">
                <a16:creationId xmlns:a16="http://schemas.microsoft.com/office/drawing/2014/main" id="{E587DCE3-8033-5C09-9439-3033C83104BB}"/>
              </a:ext>
            </a:extLst>
          </p:cNvPr>
          <p:cNvSpPr>
            <a:spLocks noGrp="1"/>
          </p:cNvSpPr>
          <p:nvPr>
            <p:ph type="body" sz="quarter" idx="3"/>
          </p:nvPr>
        </p:nvSpPr>
        <p:spPr/>
        <p:txBody>
          <a:bodyPr>
            <a:normAutofit/>
          </a:bodyPr>
          <a:lstStyle/>
          <a:p>
            <a:r>
              <a:rPr lang="en-US" sz="3200" b="1" dirty="0"/>
              <a:t>Cons</a:t>
            </a:r>
            <a:endParaRPr lang="en-IN" sz="3200" b="1" dirty="0"/>
          </a:p>
        </p:txBody>
      </p:sp>
      <p:sp>
        <p:nvSpPr>
          <p:cNvPr id="6" name="Content Placeholder 5">
            <a:extLst>
              <a:ext uri="{FF2B5EF4-FFF2-40B4-BE49-F238E27FC236}">
                <a16:creationId xmlns:a16="http://schemas.microsoft.com/office/drawing/2014/main" id="{E0200F2A-A815-5FB6-4DFF-DE2F4C5E4A41}"/>
              </a:ext>
            </a:extLst>
          </p:cNvPr>
          <p:cNvSpPr>
            <a:spLocks noGrp="1"/>
          </p:cNvSpPr>
          <p:nvPr>
            <p:ph sz="quarter" idx="4"/>
          </p:nvPr>
        </p:nvSpPr>
        <p:spPr>
          <a:xfrm>
            <a:off x="6373368" y="2714414"/>
            <a:ext cx="4754880" cy="3827063"/>
          </a:xfrm>
        </p:spPr>
        <p:txBody>
          <a:bodyPr>
            <a:normAutofit/>
          </a:bodyPr>
          <a:lstStyle/>
          <a:p>
            <a:r>
              <a:rPr lang="en-IN" dirty="0"/>
              <a:t>Training AI models requires a lot of electricity. </a:t>
            </a:r>
          </a:p>
          <a:p>
            <a:r>
              <a:rPr lang="en-IN" dirty="0"/>
              <a:t>AI data </a:t>
            </a:r>
            <a:r>
              <a:rPr lang="en-IN" dirty="0" err="1"/>
              <a:t>centers</a:t>
            </a:r>
            <a:r>
              <a:rPr lang="en-IN" dirty="0"/>
              <a:t> increase energy consumption.</a:t>
            </a:r>
          </a:p>
          <a:p>
            <a:r>
              <a:rPr lang="en-IN" dirty="0"/>
              <a:t>AI depends on powerful computer chips</a:t>
            </a:r>
          </a:p>
          <a:p>
            <a:r>
              <a:rPr lang="en-IN" dirty="0"/>
              <a:t>Frequent hardware upgrades can increase electronic waste.</a:t>
            </a:r>
          </a:p>
        </p:txBody>
      </p:sp>
    </p:spTree>
    <p:extLst>
      <p:ext uri="{BB962C8B-B14F-4D97-AF65-F5344CB8AC3E}">
        <p14:creationId xmlns:p14="http://schemas.microsoft.com/office/powerpoint/2010/main" val="6504847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EDDCF265-AF32-B34E-D779-D7BD0ABB2E0E}"/>
              </a:ext>
            </a:extLst>
          </p:cNvPr>
          <p:cNvSpPr txBox="1"/>
          <p:nvPr/>
        </p:nvSpPr>
        <p:spPr>
          <a:xfrm>
            <a:off x="342899" y="360485"/>
            <a:ext cx="11438793" cy="2877711"/>
          </a:xfrm>
          <a:prstGeom prst="rect">
            <a:avLst/>
          </a:prstGeom>
          <a:noFill/>
        </p:spPr>
        <p:txBody>
          <a:bodyPr wrap="square">
            <a:spAutoFit/>
          </a:bodyPr>
          <a:lstStyle/>
          <a:p>
            <a:pPr marR="0">
              <a:spcBef>
                <a:spcPts val="900"/>
              </a:spcBef>
              <a:spcAft>
                <a:spcPts val="600"/>
              </a:spcAft>
            </a:pPr>
            <a:r>
              <a:rPr lang="en-IN" sz="2800" b="1" u="none" strike="noStrike" dirty="0">
                <a:effectLst/>
                <a:latin typeface="+mj-lt"/>
              </a:rPr>
              <a:t>Capstone Project Ideas:</a:t>
            </a:r>
          </a:p>
          <a:p>
            <a:pPr marL="514350" marR="0" indent="-514350">
              <a:spcBef>
                <a:spcPts val="900"/>
              </a:spcBef>
              <a:spcAft>
                <a:spcPts val="600"/>
              </a:spcAft>
              <a:buAutoNum type="arabicPeriod"/>
            </a:pPr>
            <a:r>
              <a:rPr lang="en-IN" sz="2800" b="1" u="none" strike="noStrike" dirty="0" err="1">
                <a:effectLst/>
              </a:rPr>
              <a:t>EcoSort</a:t>
            </a:r>
            <a:r>
              <a:rPr lang="en-IN" sz="2800" b="1" u="none" strike="noStrike" dirty="0">
                <a:effectLst/>
              </a:rPr>
              <a:t> – AI Computer Vision Waste Classifier </a:t>
            </a:r>
          </a:p>
          <a:p>
            <a:pPr marR="0">
              <a:spcBef>
                <a:spcPts val="900"/>
              </a:spcBef>
              <a:spcAft>
                <a:spcPts val="600"/>
              </a:spcAft>
            </a:pPr>
            <a:r>
              <a:rPr lang="en-IN" sz="2800" b="1" u="none" strike="noStrike" dirty="0">
                <a:effectLst/>
              </a:rPr>
              <a:t>What it does:</a:t>
            </a:r>
            <a:r>
              <a:rPr lang="en-IN" sz="2800" b="0" u="none" strike="noStrike" dirty="0">
                <a:effectLst/>
              </a:rPr>
              <a:t> </a:t>
            </a:r>
            <a:r>
              <a:rPr lang="en-IN" sz="2400" b="0" u="none" strike="noStrike" dirty="0">
                <a:effectLst/>
              </a:rPr>
              <a:t>A lightweight image recognition application that uses a webcam to scan discarded trash items. The AI instantly identifies the material (e.g., plastic, paper, or electronic parts) and instructs the user on how to sort it into correct recycling or SCGJ e-waste categories</a:t>
            </a:r>
            <a:r>
              <a:rPr lang="en-IN" sz="1800" b="0" u="none" strike="noStrike" dirty="0">
                <a:effectLst/>
                <a:latin typeface="Google Sans"/>
              </a:rPr>
              <a:t>.</a:t>
            </a:r>
          </a:p>
        </p:txBody>
      </p:sp>
      <p:sp>
        <p:nvSpPr>
          <p:cNvPr id="11" name="TextBox 10">
            <a:extLst>
              <a:ext uri="{FF2B5EF4-FFF2-40B4-BE49-F238E27FC236}">
                <a16:creationId xmlns:a16="http://schemas.microsoft.com/office/drawing/2014/main" id="{3692186A-3AD8-2C6F-BC11-FCE7B9FA8FEB}"/>
              </a:ext>
            </a:extLst>
          </p:cNvPr>
          <p:cNvSpPr txBox="1"/>
          <p:nvPr/>
        </p:nvSpPr>
        <p:spPr>
          <a:xfrm>
            <a:off x="376603" y="3335215"/>
            <a:ext cx="11438793" cy="2254463"/>
          </a:xfrm>
          <a:prstGeom prst="rect">
            <a:avLst/>
          </a:prstGeom>
          <a:noFill/>
        </p:spPr>
        <p:txBody>
          <a:bodyPr wrap="square">
            <a:spAutoFit/>
          </a:bodyPr>
          <a:lstStyle/>
          <a:p>
            <a:pPr marR="0">
              <a:spcBef>
                <a:spcPts val="900"/>
              </a:spcBef>
              <a:spcAft>
                <a:spcPts val="600"/>
              </a:spcAft>
            </a:pPr>
            <a:r>
              <a:rPr lang="en-IN" sz="2800" b="1" u="none" strike="noStrike" dirty="0">
                <a:effectLst/>
                <a:latin typeface="Google Sans"/>
              </a:rPr>
              <a:t>2.  </a:t>
            </a:r>
            <a:r>
              <a:rPr lang="en-IN" sz="2800" b="1" dirty="0"/>
              <a:t>Smart-Filter AI</a:t>
            </a:r>
          </a:p>
          <a:p>
            <a:pPr marR="0">
              <a:spcBef>
                <a:spcPts val="900"/>
              </a:spcBef>
              <a:spcAft>
                <a:spcPts val="600"/>
              </a:spcAft>
            </a:pPr>
            <a:r>
              <a:rPr lang="en-IN" sz="2800" b="1" u="none" strike="noStrike" dirty="0">
                <a:effectLst/>
              </a:rPr>
              <a:t>What it does: </a:t>
            </a:r>
            <a:r>
              <a:rPr lang="en-IN" sz="2400" dirty="0"/>
              <a:t>A lightweight Python script that monitors simulated factory emission data. It automatically detects toxic chemical spikes and instantly triggers digital commands to activate secondary filtration systems before industrial pollution leaks occur.</a:t>
            </a:r>
            <a:endParaRPr lang="en-IN" sz="1800" b="0" u="none" strike="noStrike" dirty="0">
              <a:effectLst/>
              <a:latin typeface="Google Sans"/>
            </a:endParaRPr>
          </a:p>
        </p:txBody>
      </p:sp>
    </p:spTree>
    <p:extLst>
      <p:ext uri="{BB962C8B-B14F-4D97-AF65-F5344CB8AC3E}">
        <p14:creationId xmlns:p14="http://schemas.microsoft.com/office/powerpoint/2010/main" val="31921997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06FF3823-BBAD-4D28-B6DB-E416E2409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blipFill dpi="0" rotWithShape="1">
            <a:blip r:embed="rId3">
              <a:alphaModFix amt="45000"/>
              <a:duotone>
                <a:schemeClr val="accent2">
                  <a:shade val="45000"/>
                  <a:satMod val="135000"/>
                </a:schemeClr>
                <a:prstClr val="white"/>
              </a:duotone>
            </a:blip>
            <a:srcRect/>
            <a:tile tx="-31750" ty="-120650" sx="100000" sy="100000" flip="xy" algn="tl"/>
          </a:blipFill>
          <a:ln w="19050" cmpd="sng">
            <a:noFill/>
            <a:miter lim="800000"/>
          </a:ln>
        </p:spPr>
        <p:style>
          <a:lnRef idx="2">
            <a:schemeClr val="accent1">
              <a:shade val="50000"/>
            </a:schemeClr>
          </a:lnRef>
          <a:fillRef idx="1">
            <a:schemeClr val="accent1"/>
          </a:fillRef>
          <a:effectRef idx="0">
            <a:schemeClr val="accent1"/>
          </a:effectRef>
          <a:fontRef idx="minor">
            <a:schemeClr val="lt1"/>
          </a:fontRef>
        </p:style>
      </p:sp>
      <p:sp>
        <p:nvSpPr>
          <p:cNvPr id="16" name="Rectangle 15">
            <a:extLst>
              <a:ext uri="{FF2B5EF4-FFF2-40B4-BE49-F238E27FC236}">
                <a16:creationId xmlns:a16="http://schemas.microsoft.com/office/drawing/2014/main" id="{0E20F056-0FFD-4EE9-BDCB-8963C7F8BA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07870" y="1267730"/>
            <a:ext cx="9576262" cy="4307950"/>
          </a:xfrm>
          <a:prstGeom prst="rect">
            <a:avLst/>
          </a:prstGeom>
          <a:solidFill>
            <a:schemeClr val="tx1"/>
          </a:solidFill>
          <a:ln w="6350" cap="flat" cmpd="sng" algn="ctr">
            <a:solidFill>
              <a:schemeClr val="tx1">
                <a:lumMod val="65000"/>
                <a:lumOff val="35000"/>
              </a:schemeClr>
            </a:solidFill>
            <a:prstDash val="solid"/>
          </a:ln>
          <a:effectLst>
            <a:outerShdw blurRad="63500" algn="ctr" rotWithShape="0">
              <a:prstClr val="black">
                <a:alpha val="40000"/>
              </a:prstClr>
            </a:outerShdw>
            <a:softEdge rad="0"/>
          </a:effectLst>
        </p:spPr>
      </p:sp>
      <p:sp>
        <p:nvSpPr>
          <p:cNvPr id="18" name="Rectangle 17">
            <a:extLst>
              <a:ext uri="{FF2B5EF4-FFF2-40B4-BE49-F238E27FC236}">
                <a16:creationId xmlns:a16="http://schemas.microsoft.com/office/drawing/2014/main" id="{87507ED7-71D7-4B95-8D4F-7B3E18623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7801" y="1411615"/>
            <a:ext cx="9296400" cy="4034770"/>
          </a:xfrm>
          <a:prstGeom prst="rect">
            <a:avLst/>
          </a:prstGeom>
          <a:solidFill>
            <a:schemeClr val="bg2"/>
          </a:solidFill>
          <a:ln w="9525" cap="sq" cmpd="sng" algn="ctr">
            <a:noFill/>
            <a:prstDash val="solid"/>
            <a:miter lim="800000"/>
          </a:ln>
          <a:effectLst/>
        </p:spPr>
      </p:sp>
      <p:grpSp>
        <p:nvGrpSpPr>
          <p:cNvPr id="20" name="Group 19">
            <a:extLst>
              <a:ext uri="{FF2B5EF4-FFF2-40B4-BE49-F238E27FC236}">
                <a16:creationId xmlns:a16="http://schemas.microsoft.com/office/drawing/2014/main" id="{AA38E6D2-F0D9-4B69-ABEB-EB70412E8C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135880" y="1267730"/>
            <a:ext cx="1920240" cy="731520"/>
            <a:chOff x="4828372" y="1267730"/>
            <a:chExt cx="2227748" cy="731520"/>
          </a:xfrm>
        </p:grpSpPr>
        <p:sp>
          <p:nvSpPr>
            <p:cNvPr id="21" name="Rectangle 20">
              <a:extLst>
                <a:ext uri="{FF2B5EF4-FFF2-40B4-BE49-F238E27FC236}">
                  <a16:creationId xmlns:a16="http://schemas.microsoft.com/office/drawing/2014/main" id="{025EA075-7728-48F3-B18E-92389160D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35880" y="1267730"/>
              <a:ext cx="1920240" cy="731520"/>
            </a:xfrm>
            <a:prstGeom prst="rect">
              <a:avLst/>
            </a:prstGeom>
            <a:solidFill>
              <a:schemeClr val="accent1"/>
            </a:solidFill>
            <a:ln>
              <a:noFill/>
            </a:ln>
            <a:effectLst>
              <a:outerShdw blurRad="50800" dist="127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grpSp>
          <p:nvGrpSpPr>
            <p:cNvPr id="22" name="Group 21">
              <a:extLst>
                <a:ext uri="{FF2B5EF4-FFF2-40B4-BE49-F238E27FC236}">
                  <a16:creationId xmlns:a16="http://schemas.microsoft.com/office/drawing/2014/main" id="{1115E6AD-1E2A-40FE-B424-56271D8A89F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28372" y="1267730"/>
              <a:ext cx="1567331" cy="645295"/>
              <a:chOff x="5318306" y="1386268"/>
              <a:chExt cx="1567331" cy="645295"/>
            </a:xfrm>
          </p:grpSpPr>
          <p:cxnSp>
            <p:nvCxnSpPr>
              <p:cNvPr id="23" name="Straight Connector 22">
                <a:extLst>
                  <a:ext uri="{FF2B5EF4-FFF2-40B4-BE49-F238E27FC236}">
                    <a16:creationId xmlns:a16="http://schemas.microsoft.com/office/drawing/2014/main" id="{D2CFBBA0-D70F-4068-8385-B020EA21AAB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5318306"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963F62F-FFD6-43CD-BE0D-00770BB97C0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6885637"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75688F4-0BFA-49D0-92B0-84CBE5508B0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5318306" y="2031563"/>
                <a:ext cx="1567331"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grpSp>
      <p:pic>
        <p:nvPicPr>
          <p:cNvPr id="9" name="Picture 8" descr="Bright Flowers">
            <a:extLst>
              <a:ext uri="{FF2B5EF4-FFF2-40B4-BE49-F238E27FC236}">
                <a16:creationId xmlns:a16="http://schemas.microsoft.com/office/drawing/2014/main" id="{E3AED392-F4FF-45D7-9A91-FD20E7E29C46}"/>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0" y="-7290"/>
            <a:ext cx="12191980" cy="6857990"/>
          </a:xfrm>
          <a:prstGeom prst="rect">
            <a:avLst/>
          </a:prstGeom>
        </p:spPr>
      </p:pic>
      <p:sp>
        <p:nvSpPr>
          <p:cNvPr id="27" name="Rectangle 26">
            <a:extLst>
              <a:ext uri="{FF2B5EF4-FFF2-40B4-BE49-F238E27FC236}">
                <a16:creationId xmlns:a16="http://schemas.microsoft.com/office/drawing/2014/main" id="{7BB58C53-AF1A-4577-9FD9-2A6A3DDEA5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07870" y="1267730"/>
            <a:ext cx="9576262" cy="4307950"/>
          </a:xfrm>
          <a:prstGeom prst="rect">
            <a:avLst/>
          </a:prstGeom>
          <a:solidFill>
            <a:schemeClr val="tx1"/>
          </a:solidFill>
          <a:ln w="6350" cap="flat" cmpd="sng" algn="ctr">
            <a:solidFill>
              <a:schemeClr val="tx1">
                <a:lumMod val="65000"/>
                <a:lumOff val="35000"/>
              </a:schemeClr>
            </a:solidFill>
            <a:prstDash val="solid"/>
          </a:ln>
          <a:effectLst>
            <a:outerShdw blurRad="63500" algn="ctr" rotWithShape="0">
              <a:prstClr val="black">
                <a:alpha val="40000"/>
              </a:prstClr>
            </a:outerShdw>
            <a:softEdge rad="0"/>
          </a:effectLst>
        </p:spPr>
      </p:sp>
      <p:sp>
        <p:nvSpPr>
          <p:cNvPr id="29" name="Rectangle 28">
            <a:extLst>
              <a:ext uri="{FF2B5EF4-FFF2-40B4-BE49-F238E27FC236}">
                <a16:creationId xmlns:a16="http://schemas.microsoft.com/office/drawing/2014/main" id="{E5F7F7DE-2DAA-4260-B379-423DEC36F3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7801" y="1411615"/>
            <a:ext cx="9296400" cy="4034770"/>
          </a:xfrm>
          <a:prstGeom prst="rect">
            <a:avLst/>
          </a:prstGeom>
          <a:solidFill>
            <a:schemeClr val="bg2"/>
          </a:solidFill>
          <a:ln w="6350" cap="sq" cmpd="sng" algn="ctr">
            <a:noFill/>
            <a:prstDash val="solid"/>
            <a:miter lim="800000"/>
          </a:ln>
          <a:effectLst/>
        </p:spPr>
      </p:sp>
      <p:sp>
        <p:nvSpPr>
          <p:cNvPr id="31" name="Rectangle 30">
            <a:extLst>
              <a:ext uri="{FF2B5EF4-FFF2-40B4-BE49-F238E27FC236}">
                <a16:creationId xmlns:a16="http://schemas.microsoft.com/office/drawing/2014/main" id="{3C0C984F-4779-40F8-A8DC-59DD7615B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5880" y="1267730"/>
            <a:ext cx="1920240" cy="731520"/>
          </a:xfrm>
          <a:prstGeom prst="rect">
            <a:avLst/>
          </a:prstGeom>
          <a:solidFill>
            <a:schemeClr val="accent1"/>
          </a:solidFill>
          <a:ln>
            <a:noFill/>
          </a:ln>
          <a:effectLst>
            <a:outerShdw blurRad="50800" dist="127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cxnSp>
        <p:nvCxnSpPr>
          <p:cNvPr id="33" name="Straight Connector 32">
            <a:extLst>
              <a:ext uri="{FF2B5EF4-FFF2-40B4-BE49-F238E27FC236}">
                <a16:creationId xmlns:a16="http://schemas.microsoft.com/office/drawing/2014/main" id="{57D5430C-DB52-4EA6-8319-C7AC4C1710C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50180" y="1267730"/>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8166ECFA-EC1E-4CD9-A9CC-1EBFE29AB8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941820" y="1267730"/>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746FE2E-3188-4CA0-96F7-21A68D1B194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50180" y="1913025"/>
            <a:ext cx="1691640"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C964EC68-D52F-95B8-66FE-45F8B982E562}"/>
              </a:ext>
            </a:extLst>
          </p:cNvPr>
          <p:cNvSpPr txBox="1"/>
          <p:nvPr/>
        </p:nvSpPr>
        <p:spPr>
          <a:xfrm>
            <a:off x="4834496" y="2781142"/>
            <a:ext cx="3304735" cy="707886"/>
          </a:xfrm>
          <a:prstGeom prst="rect">
            <a:avLst/>
          </a:prstGeom>
          <a:noFill/>
        </p:spPr>
        <p:txBody>
          <a:bodyPr wrap="square" rtlCol="0">
            <a:spAutoFit/>
          </a:bodyPr>
          <a:lstStyle/>
          <a:p>
            <a:r>
              <a:rPr lang="en-US" sz="4000" dirty="0"/>
              <a:t>Thank You</a:t>
            </a:r>
            <a:endParaRPr lang="en-IN" sz="4000" dirty="0"/>
          </a:p>
        </p:txBody>
      </p:sp>
    </p:spTree>
    <p:extLst>
      <p:ext uri="{BB962C8B-B14F-4D97-AF65-F5344CB8AC3E}">
        <p14:creationId xmlns:p14="http://schemas.microsoft.com/office/powerpoint/2010/main" val="378290615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26B02"/>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93813dd7ca6ad654711aa0ab317e03a3">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f11dc0ce689dd3925e84e4e35398c6e7"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9FC83A0-AB98-4659-ACD5-D2185007C703}">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62B7C465-BD8F-4B6A-8925-267AB00CDBA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3949939-2C9E-4399-80BE-3FEFB064CF1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Integral</Template>
  <TotalTime>379</TotalTime>
  <Words>669</Words>
  <Application>Microsoft Office PowerPoint</Application>
  <PresentationFormat>Widescreen</PresentationFormat>
  <Paragraphs>62</Paragraphs>
  <Slides>10</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Century Gothic</vt:lpstr>
      <vt:lpstr>Garamond</vt:lpstr>
      <vt:lpstr>Google Sans</vt:lpstr>
      <vt:lpstr>Savon</vt:lpstr>
      <vt:lpstr>PowerPoint Presentation</vt:lpstr>
      <vt:lpstr>PowerPoint Presentation</vt:lpstr>
      <vt:lpstr>PowerPoint Presentation</vt:lpstr>
      <vt:lpstr>PowerPoint Presentation</vt:lpstr>
      <vt:lpstr>Key Insights from Calculator Activities</vt:lpstr>
      <vt:lpstr>PowerPoint Presentation</vt:lpstr>
      <vt:lpstr>PowerPoint Presentation</vt:lpstr>
      <vt:lpstr>             Pros &amp; Cons of AI</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Kuldeepkumar Parmar</dc:creator>
  <cp:lastModifiedBy>Kuldeepkumar Parmar</cp:lastModifiedBy>
  <cp:revision>2</cp:revision>
  <dcterms:created xsi:type="dcterms:W3CDTF">2026-07-06T10:35:05Z</dcterms:created>
  <dcterms:modified xsi:type="dcterms:W3CDTF">2026-07-07T12:36:41Z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